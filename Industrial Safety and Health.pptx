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notesMasterIdLst>
    <p:notesMasterId r:id="rId24"/>
  </p:notesMasterIdLst>
  <p:sldIdLst>
    <p:sldId id="256" r:id="rId2"/>
    <p:sldId id="271" r:id="rId3"/>
    <p:sldId id="264" r:id="rId4"/>
    <p:sldId id="257" r:id="rId5"/>
    <p:sldId id="258" r:id="rId6"/>
    <p:sldId id="259" r:id="rId7"/>
    <p:sldId id="260" r:id="rId8"/>
    <p:sldId id="261" r:id="rId9"/>
    <p:sldId id="262" r:id="rId10"/>
    <p:sldId id="263" r:id="rId11"/>
    <p:sldId id="270" r:id="rId12"/>
    <p:sldId id="279" r:id="rId13"/>
    <p:sldId id="272" r:id="rId14"/>
    <p:sldId id="273" r:id="rId15"/>
    <p:sldId id="274" r:id="rId16"/>
    <p:sldId id="278" r:id="rId17"/>
    <p:sldId id="268" r:id="rId18"/>
    <p:sldId id="269" r:id="rId19"/>
    <p:sldId id="266" r:id="rId20"/>
    <p:sldId id="267" r:id="rId21"/>
    <p:sldId id="265"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C2DA751-1782-4AF6-A99E-A4CF8911C89F}" v="147" dt="2026-07-15T21:29:10.719"/>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47" autoAdjust="0"/>
    <p:restoredTop sz="94660"/>
  </p:normalViewPr>
  <p:slideViewPr>
    <p:cSldViewPr snapToGrid="0">
      <p:cViewPr varScale="1">
        <p:scale>
          <a:sx n="105" d="100"/>
          <a:sy n="105" d="100"/>
        </p:scale>
        <p:origin x="82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 Id="rId3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tish Heston" userId="2b5a9f8da2a4cf30" providerId="LiveId" clId="{F43FF20B-4B1B-44A2-B407-8B61857D23E5}"/>
    <pc:docChg chg="undo custSel addSld delSld modSld sldOrd">
      <pc:chgData name="Nitish Heston" userId="2b5a9f8da2a4cf30" providerId="LiveId" clId="{F43FF20B-4B1B-44A2-B407-8B61857D23E5}" dt="2026-07-15T21:29:14.111" v="8973"/>
      <pc:docMkLst>
        <pc:docMk/>
      </pc:docMkLst>
      <pc:sldChg chg="addSp delSp modSp new mod setBg addAnim delAnim delDesignElem">
        <pc:chgData name="Nitish Heston" userId="2b5a9f8da2a4cf30" providerId="LiveId" clId="{F43FF20B-4B1B-44A2-B407-8B61857D23E5}" dt="2026-07-14T23:21:25.702" v="4277" actId="26606"/>
        <pc:sldMkLst>
          <pc:docMk/>
          <pc:sldMk cId="1259707120" sldId="256"/>
        </pc:sldMkLst>
        <pc:spChg chg="mod">
          <ac:chgData name="Nitish Heston" userId="2b5a9f8da2a4cf30" providerId="LiveId" clId="{F43FF20B-4B1B-44A2-B407-8B61857D23E5}" dt="2026-07-14T23:21:25.702" v="4277" actId="26606"/>
          <ac:spMkLst>
            <pc:docMk/>
            <pc:sldMk cId="1259707120" sldId="256"/>
            <ac:spMk id="2" creationId="{96103CD1-BC81-7D7C-B918-7E5E45E448A1}"/>
          </ac:spMkLst>
        </pc:spChg>
        <pc:spChg chg="mod">
          <ac:chgData name="Nitish Heston" userId="2b5a9f8da2a4cf30" providerId="LiveId" clId="{F43FF20B-4B1B-44A2-B407-8B61857D23E5}" dt="2026-07-14T23:21:25.702" v="4277" actId="26606"/>
          <ac:spMkLst>
            <pc:docMk/>
            <pc:sldMk cId="1259707120" sldId="256"/>
            <ac:spMk id="3" creationId="{63C73CD4-1AB7-C6E3-B80C-CD6B769D05A0}"/>
          </ac:spMkLst>
        </pc:spChg>
        <pc:spChg chg="add del">
          <ac:chgData name="Nitish Heston" userId="2b5a9f8da2a4cf30" providerId="LiveId" clId="{F43FF20B-4B1B-44A2-B407-8B61857D23E5}" dt="2026-07-14T23:14:34.971" v="4139" actId="26606"/>
          <ac:spMkLst>
            <pc:docMk/>
            <pc:sldMk cId="1259707120" sldId="256"/>
            <ac:spMk id="8" creationId="{E770CA6A-B3B0-4826-A91F-B2B1F8922026}"/>
          </ac:spMkLst>
        </pc:spChg>
        <pc:spChg chg="add del">
          <ac:chgData name="Nitish Heston" userId="2b5a9f8da2a4cf30" providerId="LiveId" clId="{F43FF20B-4B1B-44A2-B407-8B61857D23E5}" dt="2026-07-14T23:14:25.211" v="4135" actId="26606"/>
          <ac:spMkLst>
            <pc:docMk/>
            <pc:sldMk cId="1259707120" sldId="256"/>
            <ac:spMk id="9" creationId="{A7244538-290E-40DA-A93A-14BB3E6CF173}"/>
          </ac:spMkLst>
        </pc:spChg>
        <pc:spChg chg="add del">
          <ac:chgData name="Nitish Heston" userId="2b5a9f8da2a4cf30" providerId="LiveId" clId="{F43FF20B-4B1B-44A2-B407-8B61857D23E5}" dt="2026-07-14T23:14:25.211" v="4135" actId="26606"/>
          <ac:spMkLst>
            <pc:docMk/>
            <pc:sldMk cId="1259707120" sldId="256"/>
            <ac:spMk id="11" creationId="{AB1DF3B3-9DBC-445D-AE4E-A62E5A9B85D5}"/>
          </ac:spMkLst>
        </pc:spChg>
        <pc:spChg chg="add del">
          <ac:chgData name="Nitish Heston" userId="2b5a9f8da2a4cf30" providerId="LiveId" clId="{F43FF20B-4B1B-44A2-B407-8B61857D23E5}" dt="2026-07-14T23:14:25.211" v="4135" actId="26606"/>
          <ac:spMkLst>
            <pc:docMk/>
            <pc:sldMk cId="1259707120" sldId="256"/>
            <ac:spMk id="13" creationId="{F51F80E8-0CAC-410E-B59A-29FDDC357ED4}"/>
          </ac:spMkLst>
        </pc:spChg>
        <pc:spChg chg="add del">
          <ac:chgData name="Nitish Heston" userId="2b5a9f8da2a4cf30" providerId="LiveId" clId="{F43FF20B-4B1B-44A2-B407-8B61857D23E5}" dt="2026-07-14T23:20:53.837" v="4266"/>
          <ac:spMkLst>
            <pc:docMk/>
            <pc:sldMk cId="1259707120" sldId="256"/>
            <ac:spMk id="14" creationId="{A7244538-290E-40DA-A93A-14BB3E6CF173}"/>
          </ac:spMkLst>
        </pc:spChg>
        <pc:spChg chg="add del">
          <ac:chgData name="Nitish Heston" userId="2b5a9f8da2a4cf30" providerId="LiveId" clId="{F43FF20B-4B1B-44A2-B407-8B61857D23E5}" dt="2026-07-14T23:20:53.837" v="4266"/>
          <ac:spMkLst>
            <pc:docMk/>
            <pc:sldMk cId="1259707120" sldId="256"/>
            <ac:spMk id="15" creationId="{AB1DF3B3-9DBC-445D-AE4E-A62E5A9B85D5}"/>
          </ac:spMkLst>
        </pc:spChg>
        <pc:spChg chg="add del">
          <ac:chgData name="Nitish Heston" userId="2b5a9f8da2a4cf30" providerId="LiveId" clId="{F43FF20B-4B1B-44A2-B407-8B61857D23E5}" dt="2026-07-14T23:20:53.837" v="4266"/>
          <ac:spMkLst>
            <pc:docMk/>
            <pc:sldMk cId="1259707120" sldId="256"/>
            <ac:spMk id="17" creationId="{F51F80E8-0CAC-410E-B59A-29FDDC357ED4}"/>
          </ac:spMkLst>
        </pc:spChg>
        <pc:spChg chg="add">
          <ac:chgData name="Nitish Heston" userId="2b5a9f8da2a4cf30" providerId="LiveId" clId="{F43FF20B-4B1B-44A2-B407-8B61857D23E5}" dt="2026-07-14T23:21:25.702" v="4277" actId="26606"/>
          <ac:spMkLst>
            <pc:docMk/>
            <pc:sldMk cId="1259707120" sldId="256"/>
            <ac:spMk id="21" creationId="{55F40173-F096-49CC-A730-A2DF1F04EC3B}"/>
          </ac:spMkLst>
        </pc:spChg>
        <pc:spChg chg="add">
          <ac:chgData name="Nitish Heston" userId="2b5a9f8da2a4cf30" providerId="LiveId" clId="{F43FF20B-4B1B-44A2-B407-8B61857D23E5}" dt="2026-07-14T23:21:25.702" v="4277" actId="26606"/>
          <ac:spMkLst>
            <pc:docMk/>
            <pc:sldMk cId="1259707120" sldId="256"/>
            <ac:spMk id="23" creationId="{806CEF0B-5733-482C-9868-4C57AF79DA3E}"/>
          </ac:spMkLst>
        </pc:spChg>
        <pc:picChg chg="add del">
          <ac:chgData name="Nitish Heston" userId="2b5a9f8da2a4cf30" providerId="LiveId" clId="{F43FF20B-4B1B-44A2-B407-8B61857D23E5}" dt="2026-07-14T23:14:25.211" v="4135" actId="26606"/>
          <ac:picMkLst>
            <pc:docMk/>
            <pc:sldMk cId="1259707120" sldId="256"/>
            <ac:picMk id="5" creationId="{A74B79B3-CCF6-5E26-40DE-F26A446FD13F}"/>
          </ac:picMkLst>
        </pc:picChg>
        <pc:picChg chg="add del">
          <ac:chgData name="Nitish Heston" userId="2b5a9f8da2a4cf30" providerId="LiveId" clId="{F43FF20B-4B1B-44A2-B407-8B61857D23E5}" dt="2026-07-14T23:14:34.971" v="4139" actId="26606"/>
          <ac:picMkLst>
            <pc:docMk/>
            <pc:sldMk cId="1259707120" sldId="256"/>
            <ac:picMk id="12" creationId="{1840A608-84A3-4CEC-BE1B-7A9717769D6F}"/>
          </ac:picMkLst>
        </pc:picChg>
        <pc:picChg chg="add mod">
          <ac:chgData name="Nitish Heston" userId="2b5a9f8da2a4cf30" providerId="LiveId" clId="{F43FF20B-4B1B-44A2-B407-8B61857D23E5}" dt="2026-07-14T23:21:25.702" v="4277" actId="26606"/>
          <ac:picMkLst>
            <pc:docMk/>
            <pc:sldMk cId="1259707120" sldId="256"/>
            <ac:picMk id="16" creationId="{A74B79B3-CCF6-5E26-40DE-F26A446FD13F}"/>
          </ac:picMkLst>
        </pc:picChg>
        <pc:cxnChg chg="add del">
          <ac:chgData name="Nitish Heston" userId="2b5a9f8da2a4cf30" providerId="LiveId" clId="{F43FF20B-4B1B-44A2-B407-8B61857D23E5}" dt="2026-07-14T23:14:34.971" v="4139" actId="26606"/>
          <ac:cxnSpMkLst>
            <pc:docMk/>
            <pc:sldMk cId="1259707120" sldId="256"/>
            <ac:cxnSpMk id="10" creationId="{6FE641DB-A503-41DE-ACA6-36B41C6C2BE9}"/>
          </ac:cxnSpMkLst>
        </pc:cxnChg>
        <pc:cxnChg chg="add">
          <ac:chgData name="Nitish Heston" userId="2b5a9f8da2a4cf30" providerId="LiveId" clId="{F43FF20B-4B1B-44A2-B407-8B61857D23E5}" dt="2026-07-14T23:21:25.702" v="4277" actId="26606"/>
          <ac:cxnSpMkLst>
            <pc:docMk/>
            <pc:sldMk cId="1259707120" sldId="256"/>
            <ac:cxnSpMk id="25" creationId="{FC5D3B4D-9BAC-482B-A34B-01BB35CB5316}"/>
          </ac:cxnSpMkLst>
        </pc:cxnChg>
      </pc:sldChg>
      <pc:sldChg chg="addSp modSp new mod setBg">
        <pc:chgData name="Nitish Heston" userId="2b5a9f8da2a4cf30" providerId="LiveId" clId="{F43FF20B-4B1B-44A2-B407-8B61857D23E5}" dt="2026-07-15T21:28:59.719" v="8963" actId="20577"/>
        <pc:sldMkLst>
          <pc:docMk/>
          <pc:sldMk cId="1085928284" sldId="257"/>
        </pc:sldMkLst>
        <pc:spChg chg="mod">
          <ac:chgData name="Nitish Heston" userId="2b5a9f8da2a4cf30" providerId="LiveId" clId="{F43FF20B-4B1B-44A2-B407-8B61857D23E5}" dt="2026-07-14T23:21:44.652" v="4279" actId="26606"/>
          <ac:spMkLst>
            <pc:docMk/>
            <pc:sldMk cId="1085928284" sldId="257"/>
            <ac:spMk id="2" creationId="{DFACACBD-C008-BB80-72DC-A50EB9547C6F}"/>
          </ac:spMkLst>
        </pc:spChg>
        <pc:spChg chg="mod">
          <ac:chgData name="Nitish Heston" userId="2b5a9f8da2a4cf30" providerId="LiveId" clId="{F43FF20B-4B1B-44A2-B407-8B61857D23E5}" dt="2026-07-15T21:28:59.719" v="8963" actId="20577"/>
          <ac:spMkLst>
            <pc:docMk/>
            <pc:sldMk cId="1085928284" sldId="257"/>
            <ac:spMk id="3" creationId="{B9C3B3D6-5F5E-450E-9707-5ED131BEE731}"/>
          </ac:spMkLst>
        </pc:spChg>
        <pc:spChg chg="add">
          <ac:chgData name="Nitish Heston" userId="2b5a9f8da2a4cf30" providerId="LiveId" clId="{F43FF20B-4B1B-44A2-B407-8B61857D23E5}" dt="2026-07-14T23:21:44.652" v="4279" actId="26606"/>
          <ac:spMkLst>
            <pc:docMk/>
            <pc:sldMk cId="1085928284" sldId="257"/>
            <ac:spMk id="8" creationId="{77D7B666-D5E6-48CE-B26A-FB5E5C34AF90}"/>
          </ac:spMkLst>
        </pc:spChg>
        <pc:spChg chg="add">
          <ac:chgData name="Nitish Heston" userId="2b5a9f8da2a4cf30" providerId="LiveId" clId="{F43FF20B-4B1B-44A2-B407-8B61857D23E5}" dt="2026-07-14T23:21:44.652" v="4279" actId="26606"/>
          <ac:spMkLst>
            <pc:docMk/>
            <pc:sldMk cId="1085928284" sldId="257"/>
            <ac:spMk id="10" creationId="{F6EE670A-A41A-44AD-BC1C-2090365EB5B3}"/>
          </ac:spMkLst>
        </pc:spChg>
      </pc:sldChg>
      <pc:sldChg chg="addSp delSp modSp new mod setBg">
        <pc:chgData name="Nitish Heston" userId="2b5a9f8da2a4cf30" providerId="LiveId" clId="{F43FF20B-4B1B-44A2-B407-8B61857D23E5}" dt="2026-07-14T23:22:07.724" v="4280" actId="26606"/>
        <pc:sldMkLst>
          <pc:docMk/>
          <pc:sldMk cId="1298606826" sldId="258"/>
        </pc:sldMkLst>
        <pc:spChg chg="mod">
          <ac:chgData name="Nitish Heston" userId="2b5a9f8da2a4cf30" providerId="LiveId" clId="{F43FF20B-4B1B-44A2-B407-8B61857D23E5}" dt="2026-07-14T23:22:07.724" v="4280" actId="26606"/>
          <ac:spMkLst>
            <pc:docMk/>
            <pc:sldMk cId="1298606826" sldId="258"/>
            <ac:spMk id="2" creationId="{BFC04EE5-BA92-36D2-05F6-72149377C131}"/>
          </ac:spMkLst>
        </pc:spChg>
        <pc:spChg chg="del mod">
          <ac:chgData name="Nitish Heston" userId="2b5a9f8da2a4cf30" providerId="LiveId" clId="{F43FF20B-4B1B-44A2-B407-8B61857D23E5}" dt="2026-07-14T20:16:56.003" v="961" actId="478"/>
          <ac:spMkLst>
            <pc:docMk/>
            <pc:sldMk cId="1298606826" sldId="258"/>
            <ac:spMk id="3" creationId="{27EA9D7C-992C-5CAC-1B88-6AA67126897F}"/>
          </ac:spMkLst>
        </pc:spChg>
        <pc:spChg chg="add del mod">
          <ac:chgData name="Nitish Heston" userId="2b5a9f8da2a4cf30" providerId="LiveId" clId="{F43FF20B-4B1B-44A2-B407-8B61857D23E5}" dt="2026-07-14T20:19:47.550" v="983"/>
          <ac:spMkLst>
            <pc:docMk/>
            <pc:sldMk cId="1298606826" sldId="258"/>
            <ac:spMk id="8" creationId="{9AF76340-A0B0-3AB4-8337-E9EC8E1F25FF}"/>
          </ac:spMkLst>
        </pc:spChg>
        <pc:spChg chg="add mod">
          <ac:chgData name="Nitish Heston" userId="2b5a9f8da2a4cf30" providerId="LiveId" clId="{F43FF20B-4B1B-44A2-B407-8B61857D23E5}" dt="2026-07-14T23:22:07.724" v="4280" actId="26606"/>
          <ac:spMkLst>
            <pc:docMk/>
            <pc:sldMk cId="1298606826" sldId="258"/>
            <ac:spMk id="9" creationId="{73EDF23A-A674-ED2D-EC23-5C5439B558A6}"/>
          </ac:spMkLst>
        </pc:spChg>
        <pc:spChg chg="add">
          <ac:chgData name="Nitish Heston" userId="2b5a9f8da2a4cf30" providerId="LiveId" clId="{F43FF20B-4B1B-44A2-B407-8B61857D23E5}" dt="2026-07-14T23:22:07.724" v="4280" actId="26606"/>
          <ac:spMkLst>
            <pc:docMk/>
            <pc:sldMk cId="1298606826" sldId="258"/>
            <ac:spMk id="14" creationId="{FD12A5BA-B063-4B33-AB08-86CF7D23F625}"/>
          </ac:spMkLst>
        </pc:spChg>
        <pc:spChg chg="add">
          <ac:chgData name="Nitish Heston" userId="2b5a9f8da2a4cf30" providerId="LiveId" clId="{F43FF20B-4B1B-44A2-B407-8B61857D23E5}" dt="2026-07-14T23:22:07.724" v="4280" actId="26606"/>
          <ac:spMkLst>
            <pc:docMk/>
            <pc:sldMk cId="1298606826" sldId="258"/>
            <ac:spMk id="18" creationId="{FB24EDA8-DF72-4C37-9EC2-D92134F72F0B}"/>
          </ac:spMkLst>
        </pc:spChg>
        <pc:spChg chg="add">
          <ac:chgData name="Nitish Heston" userId="2b5a9f8da2a4cf30" providerId="LiveId" clId="{F43FF20B-4B1B-44A2-B407-8B61857D23E5}" dt="2026-07-14T23:22:07.724" v="4280" actId="26606"/>
          <ac:spMkLst>
            <pc:docMk/>
            <pc:sldMk cId="1298606826" sldId="258"/>
            <ac:spMk id="20" creationId="{76F64638-3523-4975-845C-48099809A60F}"/>
          </ac:spMkLst>
        </pc:spChg>
        <pc:picChg chg="add del mod">
          <ac:chgData name="Nitish Heston" userId="2b5a9f8da2a4cf30" providerId="LiveId" clId="{F43FF20B-4B1B-44A2-B407-8B61857D23E5}" dt="2026-07-14T20:18:10.853" v="976" actId="478"/>
          <ac:picMkLst>
            <pc:docMk/>
            <pc:sldMk cId="1298606826" sldId="258"/>
            <ac:picMk id="5" creationId="{28F59A1B-73C5-183D-036A-80D4A29F4DFD}"/>
          </ac:picMkLst>
        </pc:picChg>
        <pc:picChg chg="add mod ord">
          <ac:chgData name="Nitish Heston" userId="2b5a9f8da2a4cf30" providerId="LiveId" clId="{F43FF20B-4B1B-44A2-B407-8B61857D23E5}" dt="2026-07-14T23:22:07.724" v="4280" actId="26606"/>
          <ac:picMkLst>
            <pc:docMk/>
            <pc:sldMk cId="1298606826" sldId="258"/>
            <ac:picMk id="7" creationId="{0F53827A-8E6A-2E1C-7225-FC88D3324875}"/>
          </ac:picMkLst>
        </pc:picChg>
        <pc:cxnChg chg="add">
          <ac:chgData name="Nitish Heston" userId="2b5a9f8da2a4cf30" providerId="LiveId" clId="{F43FF20B-4B1B-44A2-B407-8B61857D23E5}" dt="2026-07-14T23:22:07.724" v="4280" actId="26606"/>
          <ac:cxnSpMkLst>
            <pc:docMk/>
            <pc:sldMk cId="1298606826" sldId="258"/>
            <ac:cxnSpMk id="16" creationId="{07DFAF29-6BD8-4A93-A292-D6A8C6EFB5DC}"/>
          </ac:cxnSpMkLst>
        </pc:cxnChg>
        <pc:cxnChg chg="add">
          <ac:chgData name="Nitish Heston" userId="2b5a9f8da2a4cf30" providerId="LiveId" clId="{F43FF20B-4B1B-44A2-B407-8B61857D23E5}" dt="2026-07-14T23:22:07.724" v="4280" actId="26606"/>
          <ac:cxnSpMkLst>
            <pc:docMk/>
            <pc:sldMk cId="1298606826" sldId="258"/>
            <ac:cxnSpMk id="22" creationId="{0A046F70-04DA-4509-A661-28463B63FF3B}"/>
          </ac:cxnSpMkLst>
        </pc:cxnChg>
      </pc:sldChg>
      <pc:sldChg chg="addSp modSp new mod setBg">
        <pc:chgData name="Nitish Heston" userId="2b5a9f8da2a4cf30" providerId="LiveId" clId="{F43FF20B-4B1B-44A2-B407-8B61857D23E5}" dt="2026-07-14T23:34:35.176" v="4625" actId="27107"/>
        <pc:sldMkLst>
          <pc:docMk/>
          <pc:sldMk cId="18371823" sldId="259"/>
        </pc:sldMkLst>
        <pc:spChg chg="mod">
          <ac:chgData name="Nitish Heston" userId="2b5a9f8da2a4cf30" providerId="LiveId" clId="{F43FF20B-4B1B-44A2-B407-8B61857D23E5}" dt="2026-07-14T23:22:13.509" v="4281" actId="26606"/>
          <ac:spMkLst>
            <pc:docMk/>
            <pc:sldMk cId="18371823" sldId="259"/>
            <ac:spMk id="2" creationId="{1B84C0D4-AA7D-33AF-6A24-981BAB7F3D8F}"/>
          </ac:spMkLst>
        </pc:spChg>
        <pc:spChg chg="mod">
          <ac:chgData name="Nitish Heston" userId="2b5a9f8da2a4cf30" providerId="LiveId" clId="{F43FF20B-4B1B-44A2-B407-8B61857D23E5}" dt="2026-07-14T23:34:35.176" v="4625" actId="27107"/>
          <ac:spMkLst>
            <pc:docMk/>
            <pc:sldMk cId="18371823" sldId="259"/>
            <ac:spMk id="3" creationId="{54339798-E0FC-2BDB-50B8-D0F81CC7CF04}"/>
          </ac:spMkLst>
        </pc:spChg>
        <pc:spChg chg="add">
          <ac:chgData name="Nitish Heston" userId="2b5a9f8da2a4cf30" providerId="LiveId" clId="{F43FF20B-4B1B-44A2-B407-8B61857D23E5}" dt="2026-07-14T23:22:13.509" v="4281" actId="26606"/>
          <ac:spMkLst>
            <pc:docMk/>
            <pc:sldMk cId="18371823" sldId="259"/>
            <ac:spMk id="8" creationId="{77D7B666-D5E6-48CE-B26A-FB5E5C34AF90}"/>
          </ac:spMkLst>
        </pc:spChg>
        <pc:spChg chg="add">
          <ac:chgData name="Nitish Heston" userId="2b5a9f8da2a4cf30" providerId="LiveId" clId="{F43FF20B-4B1B-44A2-B407-8B61857D23E5}" dt="2026-07-14T23:22:13.509" v="4281" actId="26606"/>
          <ac:spMkLst>
            <pc:docMk/>
            <pc:sldMk cId="18371823" sldId="259"/>
            <ac:spMk id="10" creationId="{F6EE670A-A41A-44AD-BC1C-2090365EB5B3}"/>
          </ac:spMkLst>
        </pc:spChg>
      </pc:sldChg>
      <pc:sldChg chg="addSp modSp new mod setBg">
        <pc:chgData name="Nitish Heston" userId="2b5a9f8da2a4cf30" providerId="LiveId" clId="{F43FF20B-4B1B-44A2-B407-8B61857D23E5}" dt="2026-07-14T23:22:19.077" v="4282" actId="26606"/>
        <pc:sldMkLst>
          <pc:docMk/>
          <pc:sldMk cId="1423111739" sldId="260"/>
        </pc:sldMkLst>
        <pc:spChg chg="mod">
          <ac:chgData name="Nitish Heston" userId="2b5a9f8da2a4cf30" providerId="LiveId" clId="{F43FF20B-4B1B-44A2-B407-8B61857D23E5}" dt="2026-07-14T23:22:19.077" v="4282" actId="26606"/>
          <ac:spMkLst>
            <pc:docMk/>
            <pc:sldMk cId="1423111739" sldId="260"/>
            <ac:spMk id="2" creationId="{8C359A65-D431-5F44-4377-ECB67692006C}"/>
          </ac:spMkLst>
        </pc:spChg>
        <pc:spChg chg="mod">
          <ac:chgData name="Nitish Heston" userId="2b5a9f8da2a4cf30" providerId="LiveId" clId="{F43FF20B-4B1B-44A2-B407-8B61857D23E5}" dt="2026-07-14T23:22:19.077" v="4282" actId="26606"/>
          <ac:spMkLst>
            <pc:docMk/>
            <pc:sldMk cId="1423111739" sldId="260"/>
            <ac:spMk id="3" creationId="{1D4BBD18-DF5F-EB61-FCEB-CDCE19B1CC7B}"/>
          </ac:spMkLst>
        </pc:spChg>
        <pc:spChg chg="add">
          <ac:chgData name="Nitish Heston" userId="2b5a9f8da2a4cf30" providerId="LiveId" clId="{F43FF20B-4B1B-44A2-B407-8B61857D23E5}" dt="2026-07-14T23:22:19.077" v="4282" actId="26606"/>
          <ac:spMkLst>
            <pc:docMk/>
            <pc:sldMk cId="1423111739" sldId="260"/>
            <ac:spMk id="8" creationId="{77D7B666-D5E6-48CE-B26A-FB5E5C34AF90}"/>
          </ac:spMkLst>
        </pc:spChg>
        <pc:spChg chg="add">
          <ac:chgData name="Nitish Heston" userId="2b5a9f8da2a4cf30" providerId="LiveId" clId="{F43FF20B-4B1B-44A2-B407-8B61857D23E5}" dt="2026-07-14T23:22:19.077" v="4282" actId="26606"/>
          <ac:spMkLst>
            <pc:docMk/>
            <pc:sldMk cId="1423111739" sldId="260"/>
            <ac:spMk id="10" creationId="{F6EE670A-A41A-44AD-BC1C-2090365EB5B3}"/>
          </ac:spMkLst>
        </pc:spChg>
      </pc:sldChg>
      <pc:sldChg chg="addSp modSp new mod setBg">
        <pc:chgData name="Nitish Heston" userId="2b5a9f8da2a4cf30" providerId="LiveId" clId="{F43FF20B-4B1B-44A2-B407-8B61857D23E5}" dt="2026-07-14T23:22:23.774" v="4283" actId="26606"/>
        <pc:sldMkLst>
          <pc:docMk/>
          <pc:sldMk cId="194452464" sldId="261"/>
        </pc:sldMkLst>
        <pc:spChg chg="mod">
          <ac:chgData name="Nitish Heston" userId="2b5a9f8da2a4cf30" providerId="LiveId" clId="{F43FF20B-4B1B-44A2-B407-8B61857D23E5}" dt="2026-07-14T23:22:23.774" v="4283" actId="26606"/>
          <ac:spMkLst>
            <pc:docMk/>
            <pc:sldMk cId="194452464" sldId="261"/>
            <ac:spMk id="2" creationId="{6ABF084D-BF19-FB24-3B31-B27EBDA21807}"/>
          </ac:spMkLst>
        </pc:spChg>
        <pc:spChg chg="mod">
          <ac:chgData name="Nitish Heston" userId="2b5a9f8da2a4cf30" providerId="LiveId" clId="{F43FF20B-4B1B-44A2-B407-8B61857D23E5}" dt="2026-07-14T23:22:23.774" v="4283" actId="26606"/>
          <ac:spMkLst>
            <pc:docMk/>
            <pc:sldMk cId="194452464" sldId="261"/>
            <ac:spMk id="3" creationId="{BA8CD89C-7844-3E24-9E4B-DC5337DA5CD9}"/>
          </ac:spMkLst>
        </pc:spChg>
        <pc:spChg chg="add">
          <ac:chgData name="Nitish Heston" userId="2b5a9f8da2a4cf30" providerId="LiveId" clId="{F43FF20B-4B1B-44A2-B407-8B61857D23E5}" dt="2026-07-14T23:22:23.774" v="4283" actId="26606"/>
          <ac:spMkLst>
            <pc:docMk/>
            <pc:sldMk cId="194452464" sldId="261"/>
            <ac:spMk id="8" creationId="{77D7B666-D5E6-48CE-B26A-FB5E5C34AF90}"/>
          </ac:spMkLst>
        </pc:spChg>
        <pc:spChg chg="add">
          <ac:chgData name="Nitish Heston" userId="2b5a9f8da2a4cf30" providerId="LiveId" clId="{F43FF20B-4B1B-44A2-B407-8B61857D23E5}" dt="2026-07-14T23:22:23.774" v="4283" actId="26606"/>
          <ac:spMkLst>
            <pc:docMk/>
            <pc:sldMk cId="194452464" sldId="261"/>
            <ac:spMk id="10" creationId="{F6EE670A-A41A-44AD-BC1C-2090365EB5B3}"/>
          </ac:spMkLst>
        </pc:spChg>
        <pc:graphicFrameChg chg="add mod">
          <ac:chgData name="Nitish Heston" userId="2b5a9f8da2a4cf30" providerId="LiveId" clId="{F43FF20B-4B1B-44A2-B407-8B61857D23E5}" dt="2026-07-14T20:50:37.786" v="2895"/>
          <ac:graphicFrameMkLst>
            <pc:docMk/>
            <pc:sldMk cId="194452464" sldId="261"/>
            <ac:graphicFrameMk id="4" creationId="{88AB647C-FA2A-35F0-8304-A842F71B49AB}"/>
          </ac:graphicFrameMkLst>
        </pc:graphicFrameChg>
      </pc:sldChg>
      <pc:sldChg chg="addSp delSp modSp new mod setBg">
        <pc:chgData name="Nitish Heston" userId="2b5a9f8da2a4cf30" providerId="LiveId" clId="{F43FF20B-4B1B-44A2-B407-8B61857D23E5}" dt="2026-07-14T23:22:31.396" v="4284" actId="26606"/>
        <pc:sldMkLst>
          <pc:docMk/>
          <pc:sldMk cId="1140870612" sldId="262"/>
        </pc:sldMkLst>
        <pc:spChg chg="mod">
          <ac:chgData name="Nitish Heston" userId="2b5a9f8da2a4cf30" providerId="LiveId" clId="{F43FF20B-4B1B-44A2-B407-8B61857D23E5}" dt="2026-07-14T23:22:31.396" v="4284" actId="26606"/>
          <ac:spMkLst>
            <pc:docMk/>
            <pc:sldMk cId="1140870612" sldId="262"/>
            <ac:spMk id="2" creationId="{8D363796-063B-DCDA-DD1D-1DFE471C1161}"/>
          </ac:spMkLst>
        </pc:spChg>
        <pc:spChg chg="del">
          <ac:chgData name="Nitish Heston" userId="2b5a9f8da2a4cf30" providerId="LiveId" clId="{F43FF20B-4B1B-44A2-B407-8B61857D23E5}" dt="2026-07-14T20:50:43.574" v="2897" actId="478"/>
          <ac:spMkLst>
            <pc:docMk/>
            <pc:sldMk cId="1140870612" sldId="262"/>
            <ac:spMk id="3" creationId="{6C600762-30F8-EAA2-2D33-A5AFABB1F12F}"/>
          </ac:spMkLst>
        </pc:spChg>
        <pc:spChg chg="add">
          <ac:chgData name="Nitish Heston" userId="2b5a9f8da2a4cf30" providerId="LiveId" clId="{F43FF20B-4B1B-44A2-B407-8B61857D23E5}" dt="2026-07-14T23:22:31.396" v="4284" actId="26606"/>
          <ac:spMkLst>
            <pc:docMk/>
            <pc:sldMk cId="1140870612" sldId="262"/>
            <ac:spMk id="9" creationId="{FD12A5BA-B063-4B33-AB08-86CF7D23F625}"/>
          </ac:spMkLst>
        </pc:spChg>
        <pc:spChg chg="add">
          <ac:chgData name="Nitish Heston" userId="2b5a9f8da2a4cf30" providerId="LiveId" clId="{F43FF20B-4B1B-44A2-B407-8B61857D23E5}" dt="2026-07-14T23:22:31.396" v="4284" actId="26606"/>
          <ac:spMkLst>
            <pc:docMk/>
            <pc:sldMk cId="1140870612" sldId="262"/>
            <ac:spMk id="13" creationId="{55F40173-F096-49CC-A730-A2DF1F04EC3B}"/>
          </ac:spMkLst>
        </pc:spChg>
        <pc:spChg chg="add">
          <ac:chgData name="Nitish Heston" userId="2b5a9f8da2a4cf30" providerId="LiveId" clId="{F43FF20B-4B1B-44A2-B407-8B61857D23E5}" dt="2026-07-14T23:22:31.396" v="4284" actId="26606"/>
          <ac:spMkLst>
            <pc:docMk/>
            <pc:sldMk cId="1140870612" sldId="262"/>
            <ac:spMk id="15" creationId="{806CEF0B-5733-482C-9868-4C57AF79DA3E}"/>
          </ac:spMkLst>
        </pc:spChg>
        <pc:graphicFrameChg chg="add mod modGraphic">
          <ac:chgData name="Nitish Heston" userId="2b5a9f8da2a4cf30" providerId="LiveId" clId="{F43FF20B-4B1B-44A2-B407-8B61857D23E5}" dt="2026-07-14T23:22:31.396" v="4284" actId="26606"/>
          <ac:graphicFrameMkLst>
            <pc:docMk/>
            <pc:sldMk cId="1140870612" sldId="262"/>
            <ac:graphicFrameMk id="4" creationId="{43D05FA0-C0E1-DAD6-8D81-2168C5022646}"/>
          </ac:graphicFrameMkLst>
        </pc:graphicFrameChg>
        <pc:cxnChg chg="add">
          <ac:chgData name="Nitish Heston" userId="2b5a9f8da2a4cf30" providerId="LiveId" clId="{F43FF20B-4B1B-44A2-B407-8B61857D23E5}" dt="2026-07-14T23:22:31.396" v="4284" actId="26606"/>
          <ac:cxnSpMkLst>
            <pc:docMk/>
            <pc:sldMk cId="1140870612" sldId="262"/>
            <ac:cxnSpMk id="11" creationId="{07DFAF29-6BD8-4A93-A292-D6A8C6EFB5DC}"/>
          </ac:cxnSpMkLst>
        </pc:cxnChg>
        <pc:cxnChg chg="add">
          <ac:chgData name="Nitish Heston" userId="2b5a9f8da2a4cf30" providerId="LiveId" clId="{F43FF20B-4B1B-44A2-B407-8B61857D23E5}" dt="2026-07-14T23:22:31.396" v="4284" actId="26606"/>
          <ac:cxnSpMkLst>
            <pc:docMk/>
            <pc:sldMk cId="1140870612" sldId="262"/>
            <ac:cxnSpMk id="17" creationId="{FC5D3B4D-9BAC-482B-A34B-01BB35CB5316}"/>
          </ac:cxnSpMkLst>
        </pc:cxnChg>
      </pc:sldChg>
      <pc:sldChg chg="addSp delSp modSp new mod ord setBg addAnim">
        <pc:chgData name="Nitish Heston" userId="2b5a9f8da2a4cf30" providerId="LiveId" clId="{F43FF20B-4B1B-44A2-B407-8B61857D23E5}" dt="2026-07-15T05:07:55.968" v="7181"/>
        <pc:sldMkLst>
          <pc:docMk/>
          <pc:sldMk cId="1342375195" sldId="263"/>
        </pc:sldMkLst>
        <pc:spChg chg="mod">
          <ac:chgData name="Nitish Heston" userId="2b5a9f8da2a4cf30" providerId="LiveId" clId="{F43FF20B-4B1B-44A2-B407-8B61857D23E5}" dt="2026-07-14T23:22:40.016" v="4285" actId="26606"/>
          <ac:spMkLst>
            <pc:docMk/>
            <pc:sldMk cId="1342375195" sldId="263"/>
            <ac:spMk id="2" creationId="{FD1B70D7-A30F-B143-9850-D1C40A1781B5}"/>
          </ac:spMkLst>
        </pc:spChg>
        <pc:spChg chg="del">
          <ac:chgData name="Nitish Heston" userId="2b5a9f8da2a4cf30" providerId="LiveId" clId="{F43FF20B-4B1B-44A2-B407-8B61857D23E5}" dt="2026-07-14T21:13:52.382" v="3430" actId="478"/>
          <ac:spMkLst>
            <pc:docMk/>
            <pc:sldMk cId="1342375195" sldId="263"/>
            <ac:spMk id="3" creationId="{03FEE5E3-FF85-795B-7459-B066A196923C}"/>
          </ac:spMkLst>
        </pc:spChg>
        <pc:spChg chg="add">
          <ac:chgData name="Nitish Heston" userId="2b5a9f8da2a4cf30" providerId="LiveId" clId="{F43FF20B-4B1B-44A2-B407-8B61857D23E5}" dt="2026-07-14T23:22:40.016" v="4285" actId="26606"/>
          <ac:spMkLst>
            <pc:docMk/>
            <pc:sldMk cId="1342375195" sldId="263"/>
            <ac:spMk id="7" creationId="{31E7C082-5B81-400A-A1DE-7CA9F26ED812}"/>
          </ac:spMkLst>
        </pc:spChg>
        <pc:spChg chg="add">
          <ac:chgData name="Nitish Heston" userId="2b5a9f8da2a4cf30" providerId="LiveId" clId="{F43FF20B-4B1B-44A2-B407-8B61857D23E5}" dt="2026-07-14T23:22:40.016" v="4285" actId="26606"/>
          <ac:spMkLst>
            <pc:docMk/>
            <pc:sldMk cId="1342375195" sldId="263"/>
            <ac:spMk id="11" creationId="{47E47667-8CE3-466C-B745-9411E1CE3CF1}"/>
          </ac:spMkLst>
        </pc:spChg>
        <pc:spChg chg="add">
          <ac:chgData name="Nitish Heston" userId="2b5a9f8da2a4cf30" providerId="LiveId" clId="{F43FF20B-4B1B-44A2-B407-8B61857D23E5}" dt="2026-07-14T23:22:40.016" v="4285" actId="26606"/>
          <ac:spMkLst>
            <pc:docMk/>
            <pc:sldMk cId="1342375195" sldId="263"/>
            <ac:spMk id="13" creationId="{BDF44D33-97EB-4277-B538-B458E3FD16CC}"/>
          </ac:spMkLst>
        </pc:spChg>
        <pc:spChg chg="add">
          <ac:chgData name="Nitish Heston" userId="2b5a9f8da2a4cf30" providerId="LiveId" clId="{F43FF20B-4B1B-44A2-B407-8B61857D23E5}" dt="2026-07-14T23:22:40.016" v="4285" actId="26606"/>
          <ac:spMkLst>
            <pc:docMk/>
            <pc:sldMk cId="1342375195" sldId="263"/>
            <ac:spMk id="17" creationId="{19D0A23D-BBDB-4BEA-8515-A7D0DF9B3086}"/>
          </ac:spMkLst>
        </pc:spChg>
        <pc:cxnChg chg="add">
          <ac:chgData name="Nitish Heston" userId="2b5a9f8da2a4cf30" providerId="LiveId" clId="{F43FF20B-4B1B-44A2-B407-8B61857D23E5}" dt="2026-07-14T23:22:40.016" v="4285" actId="26606"/>
          <ac:cxnSpMkLst>
            <pc:docMk/>
            <pc:sldMk cId="1342375195" sldId="263"/>
            <ac:cxnSpMk id="9" creationId="{08D54232-CDE1-4B53-B430-AB82206F6B55}"/>
          </ac:cxnSpMkLst>
        </pc:cxnChg>
        <pc:cxnChg chg="add">
          <ac:chgData name="Nitish Heston" userId="2b5a9f8da2a4cf30" providerId="LiveId" clId="{F43FF20B-4B1B-44A2-B407-8B61857D23E5}" dt="2026-07-14T23:22:40.016" v="4285" actId="26606"/>
          <ac:cxnSpMkLst>
            <pc:docMk/>
            <pc:sldMk cId="1342375195" sldId="263"/>
            <ac:cxnSpMk id="15" creationId="{11534F52-E710-4998-921B-6147812C1889}"/>
          </ac:cxnSpMkLst>
        </pc:cxnChg>
      </pc:sldChg>
      <pc:sldChg chg="addSp delSp modSp new mod ord setBg delDesignElem">
        <pc:chgData name="Nitish Heston" userId="2b5a9f8da2a4cf30" providerId="LiveId" clId="{F43FF20B-4B1B-44A2-B407-8B61857D23E5}" dt="2026-07-14T23:21:38.997" v="4278" actId="26606"/>
        <pc:sldMkLst>
          <pc:docMk/>
          <pc:sldMk cId="1838879944" sldId="264"/>
        </pc:sldMkLst>
        <pc:spChg chg="mod">
          <ac:chgData name="Nitish Heston" userId="2b5a9f8da2a4cf30" providerId="LiveId" clId="{F43FF20B-4B1B-44A2-B407-8B61857D23E5}" dt="2026-07-14T23:21:38.997" v="4278" actId="26606"/>
          <ac:spMkLst>
            <pc:docMk/>
            <pc:sldMk cId="1838879944" sldId="264"/>
            <ac:spMk id="2" creationId="{512C1598-C15E-E7F1-8438-A2C29263CB2C}"/>
          </ac:spMkLst>
        </pc:spChg>
        <pc:spChg chg="del">
          <ac:chgData name="Nitish Heston" userId="2b5a9f8da2a4cf30" providerId="LiveId" clId="{F43FF20B-4B1B-44A2-B407-8B61857D23E5}" dt="2026-07-14T21:12:49.307" v="3367" actId="478"/>
          <ac:spMkLst>
            <pc:docMk/>
            <pc:sldMk cId="1838879944" sldId="264"/>
            <ac:spMk id="3" creationId="{F182B848-60CE-0DA0-ADFB-2529253A39C6}"/>
          </ac:spMkLst>
        </pc:spChg>
        <pc:spChg chg="add">
          <ac:chgData name="Nitish Heston" userId="2b5a9f8da2a4cf30" providerId="LiveId" clId="{F43FF20B-4B1B-44A2-B407-8B61857D23E5}" dt="2026-07-14T23:21:38.997" v="4278" actId="26606"/>
          <ac:spMkLst>
            <pc:docMk/>
            <pc:sldMk cId="1838879944" sldId="264"/>
            <ac:spMk id="4" creationId="{31E7C082-5B81-400A-A1DE-7CA9F26ED812}"/>
          </ac:spMkLst>
        </pc:spChg>
        <pc:spChg chg="add">
          <ac:chgData name="Nitish Heston" userId="2b5a9f8da2a4cf30" providerId="LiveId" clId="{F43FF20B-4B1B-44A2-B407-8B61857D23E5}" dt="2026-07-14T23:21:38.997" v="4278" actId="26606"/>
          <ac:spMkLst>
            <pc:docMk/>
            <pc:sldMk cId="1838879944" sldId="264"/>
            <ac:spMk id="6" creationId="{47E47667-8CE3-466C-B745-9411E1CE3CF1}"/>
          </ac:spMkLst>
        </pc:spChg>
        <pc:spChg chg="add">
          <ac:chgData name="Nitish Heston" userId="2b5a9f8da2a4cf30" providerId="LiveId" clId="{F43FF20B-4B1B-44A2-B407-8B61857D23E5}" dt="2026-07-14T23:21:38.997" v="4278" actId="26606"/>
          <ac:spMkLst>
            <pc:docMk/>
            <pc:sldMk cId="1838879944" sldId="264"/>
            <ac:spMk id="8" creationId="{BDF44D33-97EB-4277-B538-B458E3FD16CC}"/>
          </ac:spMkLst>
        </pc:spChg>
        <pc:spChg chg="add del">
          <ac:chgData name="Nitish Heston" userId="2b5a9f8da2a4cf30" providerId="LiveId" clId="{F43FF20B-4B1B-44A2-B407-8B61857D23E5}" dt="2026-07-14T23:20:53.837" v="4266"/>
          <ac:spMkLst>
            <pc:docMk/>
            <pc:sldMk cId="1838879944" sldId="264"/>
            <ac:spMk id="11" creationId="{E770CA6A-B3B0-4826-A91F-B2B1F8922026}"/>
          </ac:spMkLst>
        </pc:spChg>
        <pc:spChg chg="add">
          <ac:chgData name="Nitish Heston" userId="2b5a9f8da2a4cf30" providerId="LiveId" clId="{F43FF20B-4B1B-44A2-B407-8B61857D23E5}" dt="2026-07-14T23:21:38.997" v="4278" actId="26606"/>
          <ac:spMkLst>
            <pc:docMk/>
            <pc:sldMk cId="1838879944" sldId="264"/>
            <ac:spMk id="17" creationId="{19D0A23D-BBDB-4BEA-8515-A7D0DF9B3086}"/>
          </ac:spMkLst>
        </pc:spChg>
        <pc:picChg chg="add del">
          <ac:chgData name="Nitish Heston" userId="2b5a9f8da2a4cf30" providerId="LiveId" clId="{F43FF20B-4B1B-44A2-B407-8B61857D23E5}" dt="2026-07-14T23:20:53.837" v="4266"/>
          <ac:picMkLst>
            <pc:docMk/>
            <pc:sldMk cId="1838879944" sldId="264"/>
            <ac:picMk id="7" creationId="{F6559626-B5BE-44EF-8F21-5B2E7597935F}"/>
          </ac:picMkLst>
        </pc:picChg>
        <pc:picChg chg="add del">
          <ac:chgData name="Nitish Heston" userId="2b5a9f8da2a4cf30" providerId="LiveId" clId="{F43FF20B-4B1B-44A2-B407-8B61857D23E5}" dt="2026-07-14T23:20:53.837" v="4266"/>
          <ac:picMkLst>
            <pc:docMk/>
            <pc:sldMk cId="1838879944" sldId="264"/>
            <ac:picMk id="9" creationId="{AE0BBD62-840F-4727-8E73-174F0D657745}"/>
          </ac:picMkLst>
        </pc:picChg>
        <pc:picChg chg="add del">
          <ac:chgData name="Nitish Heston" userId="2b5a9f8da2a4cf30" providerId="LiveId" clId="{F43FF20B-4B1B-44A2-B407-8B61857D23E5}" dt="2026-07-14T23:20:53.837" v="4266"/>
          <ac:picMkLst>
            <pc:docMk/>
            <pc:sldMk cId="1838879944" sldId="264"/>
            <ac:picMk id="15" creationId="{1840A608-84A3-4CEC-BE1B-7A9717769D6F}"/>
          </ac:picMkLst>
        </pc:picChg>
        <pc:cxnChg chg="add">
          <ac:chgData name="Nitish Heston" userId="2b5a9f8da2a4cf30" providerId="LiveId" clId="{F43FF20B-4B1B-44A2-B407-8B61857D23E5}" dt="2026-07-14T23:21:38.997" v="4278" actId="26606"/>
          <ac:cxnSpMkLst>
            <pc:docMk/>
            <pc:sldMk cId="1838879944" sldId="264"/>
            <ac:cxnSpMk id="5" creationId="{08D54232-CDE1-4B53-B430-AB82206F6B55}"/>
          </ac:cxnSpMkLst>
        </pc:cxnChg>
        <pc:cxnChg chg="add">
          <ac:chgData name="Nitish Heston" userId="2b5a9f8da2a4cf30" providerId="LiveId" clId="{F43FF20B-4B1B-44A2-B407-8B61857D23E5}" dt="2026-07-14T23:21:38.997" v="4278" actId="26606"/>
          <ac:cxnSpMkLst>
            <pc:docMk/>
            <pc:sldMk cId="1838879944" sldId="264"/>
            <ac:cxnSpMk id="10" creationId="{11534F52-E710-4998-921B-6147812C1889}"/>
          </ac:cxnSpMkLst>
        </pc:cxnChg>
        <pc:cxnChg chg="add del">
          <ac:chgData name="Nitish Heston" userId="2b5a9f8da2a4cf30" providerId="LiveId" clId="{F43FF20B-4B1B-44A2-B407-8B61857D23E5}" dt="2026-07-14T23:20:53.837" v="4266"/>
          <ac:cxnSpMkLst>
            <pc:docMk/>
            <pc:sldMk cId="1838879944" sldId="264"/>
            <ac:cxnSpMk id="13" creationId="{6FE641DB-A503-41DE-ACA6-36B41C6C2BE9}"/>
          </ac:cxnSpMkLst>
        </pc:cxnChg>
      </pc:sldChg>
      <pc:sldChg chg="addSp delSp modSp new mod ord setBg">
        <pc:chgData name="Nitish Heston" userId="2b5a9f8da2a4cf30" providerId="LiveId" clId="{F43FF20B-4B1B-44A2-B407-8B61857D23E5}" dt="2026-07-15T05:08:01.420" v="7183"/>
        <pc:sldMkLst>
          <pc:docMk/>
          <pc:sldMk cId="1936995468" sldId="265"/>
        </pc:sldMkLst>
        <pc:spChg chg="mod">
          <ac:chgData name="Nitish Heston" userId="2b5a9f8da2a4cf30" providerId="LiveId" clId="{F43FF20B-4B1B-44A2-B407-8B61857D23E5}" dt="2026-07-14T23:23:23.776" v="4294" actId="26606"/>
          <ac:spMkLst>
            <pc:docMk/>
            <pc:sldMk cId="1936995468" sldId="265"/>
            <ac:spMk id="2" creationId="{0C9AB10C-6B8C-95B1-DBA6-33C72B81F7F8}"/>
          </ac:spMkLst>
        </pc:spChg>
        <pc:spChg chg="del mod">
          <ac:chgData name="Nitish Heston" userId="2b5a9f8da2a4cf30" providerId="LiveId" clId="{F43FF20B-4B1B-44A2-B407-8B61857D23E5}" dt="2026-07-14T21:17:19.419" v="3506" actId="478"/>
          <ac:spMkLst>
            <pc:docMk/>
            <pc:sldMk cId="1936995468" sldId="265"/>
            <ac:spMk id="3" creationId="{1AFA7A4D-1A50-D01A-D82A-EEB7BC3CAC51}"/>
          </ac:spMkLst>
        </pc:spChg>
        <pc:spChg chg="add del">
          <ac:chgData name="Nitish Heston" userId="2b5a9f8da2a4cf30" providerId="LiveId" clId="{F43FF20B-4B1B-44A2-B407-8B61857D23E5}" dt="2026-07-14T21:17:21.105" v="3508" actId="22"/>
          <ac:spMkLst>
            <pc:docMk/>
            <pc:sldMk cId="1936995468" sldId="265"/>
            <ac:spMk id="5" creationId="{E7BDEB83-393E-110A-02D3-B81C11E7B8FD}"/>
          </ac:spMkLst>
        </pc:spChg>
        <pc:spChg chg="add del">
          <ac:chgData name="Nitish Heston" userId="2b5a9f8da2a4cf30" providerId="LiveId" clId="{F43FF20B-4B1B-44A2-B407-8B61857D23E5}" dt="2026-07-14T21:17:33.639" v="3510" actId="22"/>
          <ac:spMkLst>
            <pc:docMk/>
            <pc:sldMk cId="1936995468" sldId="265"/>
            <ac:spMk id="7" creationId="{06773ACB-1CE9-8419-07DD-DAFAD8CF0B1D}"/>
          </ac:spMkLst>
        </pc:spChg>
        <pc:spChg chg="add mod">
          <ac:chgData name="Nitish Heston" userId="2b5a9f8da2a4cf30" providerId="LiveId" clId="{F43FF20B-4B1B-44A2-B407-8B61857D23E5}" dt="2026-07-15T03:32:30.665" v="6032" actId="20577"/>
          <ac:spMkLst>
            <pc:docMk/>
            <pc:sldMk cId="1936995468" sldId="265"/>
            <ac:spMk id="10" creationId="{0F5585C4-A74E-7764-1B48-8283364A94BC}"/>
          </ac:spMkLst>
        </pc:spChg>
        <pc:spChg chg="add del">
          <ac:chgData name="Nitish Heston" userId="2b5a9f8da2a4cf30" providerId="LiveId" clId="{F43FF20B-4B1B-44A2-B407-8B61857D23E5}" dt="2026-07-14T23:22:59.085" v="4288" actId="26606"/>
          <ac:spMkLst>
            <pc:docMk/>
            <pc:sldMk cId="1936995468" sldId="265"/>
            <ac:spMk id="15" creationId="{4038CB10-1F5C-4D54-9DF7-12586DE5B007}"/>
          </ac:spMkLst>
        </pc:spChg>
        <pc:spChg chg="add del">
          <ac:chgData name="Nitish Heston" userId="2b5a9f8da2a4cf30" providerId="LiveId" clId="{F43FF20B-4B1B-44A2-B407-8B61857D23E5}" dt="2026-07-14T23:22:59.085" v="4288" actId="26606"/>
          <ac:spMkLst>
            <pc:docMk/>
            <pc:sldMk cId="1936995468" sldId="265"/>
            <ac:spMk id="17" creationId="{73ED6512-6858-4552-B699-9A97FE9A4EA2}"/>
          </ac:spMkLst>
        </pc:spChg>
        <pc:spChg chg="add del">
          <ac:chgData name="Nitish Heston" userId="2b5a9f8da2a4cf30" providerId="LiveId" clId="{F43FF20B-4B1B-44A2-B407-8B61857D23E5}" dt="2026-07-14T23:23:23.780" v="4295" actId="26606"/>
          <ac:spMkLst>
            <pc:docMk/>
            <pc:sldMk cId="1936995468" sldId="265"/>
            <ac:spMk id="22" creationId="{4038CB10-1F5C-4D54-9DF7-12586DE5B007}"/>
          </ac:spMkLst>
        </pc:spChg>
        <pc:spChg chg="add del">
          <ac:chgData name="Nitish Heston" userId="2b5a9f8da2a4cf30" providerId="LiveId" clId="{F43FF20B-4B1B-44A2-B407-8B61857D23E5}" dt="2026-07-14T23:23:23.780" v="4295" actId="26606"/>
          <ac:spMkLst>
            <pc:docMk/>
            <pc:sldMk cId="1936995468" sldId="265"/>
            <ac:spMk id="24" creationId="{73ED6512-6858-4552-B699-9A97FE9A4EA2}"/>
          </ac:spMkLst>
        </pc:spChg>
        <pc:spChg chg="add del">
          <ac:chgData name="Nitish Heston" userId="2b5a9f8da2a4cf30" providerId="LiveId" clId="{F43FF20B-4B1B-44A2-B407-8B61857D23E5}" dt="2026-07-14T23:23:18.266" v="4290" actId="26606"/>
          <ac:spMkLst>
            <pc:docMk/>
            <pc:sldMk cId="1936995468" sldId="265"/>
            <ac:spMk id="29" creationId="{81CE8CA9-D6D2-4C46-8070-9566F894E53E}"/>
          </ac:spMkLst>
        </pc:spChg>
        <pc:spChg chg="add del">
          <ac:chgData name="Nitish Heston" userId="2b5a9f8da2a4cf30" providerId="LiveId" clId="{F43FF20B-4B1B-44A2-B407-8B61857D23E5}" dt="2026-07-14T23:23:21.343" v="4292" actId="26606"/>
          <ac:spMkLst>
            <pc:docMk/>
            <pc:sldMk cId="1936995468" sldId="265"/>
            <ac:spMk id="33" creationId="{BB717F82-1948-4BF5-B31E-F8E018DE40FA}"/>
          </ac:spMkLst>
        </pc:spChg>
        <pc:spChg chg="add del">
          <ac:chgData name="Nitish Heston" userId="2b5a9f8da2a4cf30" providerId="LiveId" clId="{F43FF20B-4B1B-44A2-B407-8B61857D23E5}" dt="2026-07-14T23:23:23.776" v="4294" actId="26606"/>
          <ac:spMkLst>
            <pc:docMk/>
            <pc:sldMk cId="1936995468" sldId="265"/>
            <ac:spMk id="36" creationId="{C51136FD-BBB2-4EB4-A240-3E21EECF7365}"/>
          </ac:spMkLst>
        </pc:spChg>
        <pc:spChg chg="add">
          <ac:chgData name="Nitish Heston" userId="2b5a9f8da2a4cf30" providerId="LiveId" clId="{F43FF20B-4B1B-44A2-B407-8B61857D23E5}" dt="2026-07-14T23:23:23.780" v="4295" actId="26606"/>
          <ac:spMkLst>
            <pc:docMk/>
            <pc:sldMk cId="1936995468" sldId="265"/>
            <ac:spMk id="39" creationId="{4038CB10-1F5C-4D54-9DF7-12586DE5B007}"/>
          </ac:spMkLst>
        </pc:spChg>
        <pc:spChg chg="add">
          <ac:chgData name="Nitish Heston" userId="2b5a9f8da2a4cf30" providerId="LiveId" clId="{F43FF20B-4B1B-44A2-B407-8B61857D23E5}" dt="2026-07-14T23:23:23.780" v="4295" actId="26606"/>
          <ac:spMkLst>
            <pc:docMk/>
            <pc:sldMk cId="1936995468" sldId="265"/>
            <ac:spMk id="40" creationId="{73ED6512-6858-4552-B699-9A97FE9A4EA2}"/>
          </ac:spMkLst>
        </pc:spChg>
        <pc:picChg chg="add mod ord modCrop">
          <ac:chgData name="Nitish Heston" userId="2b5a9f8da2a4cf30" providerId="LiveId" clId="{F43FF20B-4B1B-44A2-B407-8B61857D23E5}" dt="2026-07-14T23:25:04.356" v="4401" actId="14100"/>
          <ac:picMkLst>
            <pc:docMk/>
            <pc:sldMk cId="1936995468" sldId="265"/>
            <ac:picMk id="9" creationId="{90B56044-8D63-EA69-88A7-10E9CCA3A402}"/>
          </ac:picMkLst>
        </pc:picChg>
        <pc:cxnChg chg="add del">
          <ac:chgData name="Nitish Heston" userId="2b5a9f8da2a4cf30" providerId="LiveId" clId="{F43FF20B-4B1B-44A2-B407-8B61857D23E5}" dt="2026-07-14T23:23:18.266" v="4290" actId="26606"/>
          <ac:cxnSpMkLst>
            <pc:docMk/>
            <pc:sldMk cId="1936995468" sldId="265"/>
            <ac:cxnSpMk id="31" creationId="{72B31CF5-BEC2-457D-A52F-6A5CCB066FEC}"/>
          </ac:cxnSpMkLst>
        </pc:cxnChg>
        <pc:cxnChg chg="add del">
          <ac:chgData name="Nitish Heston" userId="2b5a9f8da2a4cf30" providerId="LiveId" clId="{F43FF20B-4B1B-44A2-B407-8B61857D23E5}" dt="2026-07-14T23:23:21.343" v="4292" actId="26606"/>
          <ac:cxnSpMkLst>
            <pc:docMk/>
            <pc:sldMk cId="1936995468" sldId="265"/>
            <ac:cxnSpMk id="34" creationId="{07AAE15F-6D59-4252-8427-D134C0066F97}"/>
          </ac:cxnSpMkLst>
        </pc:cxnChg>
        <pc:cxnChg chg="add del">
          <ac:chgData name="Nitish Heston" userId="2b5a9f8da2a4cf30" providerId="LiveId" clId="{F43FF20B-4B1B-44A2-B407-8B61857D23E5}" dt="2026-07-14T23:23:23.776" v="4294" actId="26606"/>
          <ac:cxnSpMkLst>
            <pc:docMk/>
            <pc:sldMk cId="1936995468" sldId="265"/>
            <ac:cxnSpMk id="37" creationId="{C6826B28-36B0-4CC1-8EC8-EF9B88B3564A}"/>
          </ac:cxnSpMkLst>
        </pc:cxnChg>
      </pc:sldChg>
      <pc:sldChg chg="modSp new del mod">
        <pc:chgData name="Nitish Heston" userId="2b5a9f8da2a4cf30" providerId="LiveId" clId="{F43FF20B-4B1B-44A2-B407-8B61857D23E5}" dt="2026-07-14T21:13:38.216" v="3429" actId="47"/>
        <pc:sldMkLst>
          <pc:docMk/>
          <pc:sldMk cId="3459726237" sldId="265"/>
        </pc:sldMkLst>
        <pc:spChg chg="mod">
          <ac:chgData name="Nitish Heston" userId="2b5a9f8da2a4cf30" providerId="LiveId" clId="{F43FF20B-4B1B-44A2-B407-8B61857D23E5}" dt="2026-07-14T21:13:35.611" v="3428" actId="20577"/>
          <ac:spMkLst>
            <pc:docMk/>
            <pc:sldMk cId="3459726237" sldId="265"/>
            <ac:spMk id="2" creationId="{D8738AB5-0AAF-AD9F-BE28-A5A19118700B}"/>
          </ac:spMkLst>
        </pc:spChg>
      </pc:sldChg>
      <pc:sldChg chg="addSp modSp new mod setBg">
        <pc:chgData name="Nitish Heston" userId="2b5a9f8da2a4cf30" providerId="LiveId" clId="{F43FF20B-4B1B-44A2-B407-8B61857D23E5}" dt="2026-07-15T05:01:24.768" v="6849" actId="33524"/>
        <pc:sldMkLst>
          <pc:docMk/>
          <pc:sldMk cId="2420672491" sldId="266"/>
        </pc:sldMkLst>
        <pc:spChg chg="mod">
          <ac:chgData name="Nitish Heston" userId="2b5a9f8da2a4cf30" providerId="LiveId" clId="{F43FF20B-4B1B-44A2-B407-8B61857D23E5}" dt="2026-07-14T23:24:45.470" v="4399" actId="26606"/>
          <ac:spMkLst>
            <pc:docMk/>
            <pc:sldMk cId="2420672491" sldId="266"/>
            <ac:spMk id="2" creationId="{38EDD5A3-737D-FC95-EB57-6CABD4240F49}"/>
          </ac:spMkLst>
        </pc:spChg>
        <pc:spChg chg="mod ord">
          <ac:chgData name="Nitish Heston" userId="2b5a9f8da2a4cf30" providerId="LiveId" clId="{F43FF20B-4B1B-44A2-B407-8B61857D23E5}" dt="2026-07-15T05:01:24.768" v="6849" actId="33524"/>
          <ac:spMkLst>
            <pc:docMk/>
            <pc:sldMk cId="2420672491" sldId="266"/>
            <ac:spMk id="3" creationId="{BF918E48-96F0-4035-7E3D-B05A86996F99}"/>
          </ac:spMkLst>
        </pc:spChg>
        <pc:spChg chg="add">
          <ac:chgData name="Nitish Heston" userId="2b5a9f8da2a4cf30" providerId="LiveId" clId="{F43FF20B-4B1B-44A2-B407-8B61857D23E5}" dt="2026-07-14T23:24:45.470" v="4399" actId="26606"/>
          <ac:spMkLst>
            <pc:docMk/>
            <pc:sldMk cId="2420672491" sldId="266"/>
            <ac:spMk id="10" creationId="{4038CB10-1F5C-4D54-9DF7-12586DE5B007}"/>
          </ac:spMkLst>
        </pc:spChg>
        <pc:spChg chg="add">
          <ac:chgData name="Nitish Heston" userId="2b5a9f8da2a4cf30" providerId="LiveId" clId="{F43FF20B-4B1B-44A2-B407-8B61857D23E5}" dt="2026-07-14T23:24:45.470" v="4399" actId="26606"/>
          <ac:spMkLst>
            <pc:docMk/>
            <pc:sldMk cId="2420672491" sldId="266"/>
            <ac:spMk id="12" creationId="{73ED6512-6858-4552-B699-9A97FE9A4EA2}"/>
          </ac:spMkLst>
        </pc:spChg>
        <pc:picChg chg="add mod">
          <ac:chgData name="Nitish Heston" userId="2b5a9f8da2a4cf30" providerId="LiveId" clId="{F43FF20B-4B1B-44A2-B407-8B61857D23E5}" dt="2026-07-14T23:24:45.470" v="4399" actId="26606"/>
          <ac:picMkLst>
            <pc:docMk/>
            <pc:sldMk cId="2420672491" sldId="266"/>
            <ac:picMk id="5" creationId="{93987A56-F596-6B8D-18CA-6062FF7E99C9}"/>
          </ac:picMkLst>
        </pc:picChg>
      </pc:sldChg>
      <pc:sldChg chg="addSp delSp modSp new mod setBg">
        <pc:chgData name="Nitish Heston" userId="2b5a9f8da2a4cf30" providerId="LiveId" clId="{F43FF20B-4B1B-44A2-B407-8B61857D23E5}" dt="2026-07-15T03:33:49.422" v="6033" actId="20577"/>
        <pc:sldMkLst>
          <pc:docMk/>
          <pc:sldMk cId="2940750228" sldId="267"/>
        </pc:sldMkLst>
        <pc:spChg chg="mod">
          <ac:chgData name="Nitish Heston" userId="2b5a9f8da2a4cf30" providerId="LiveId" clId="{F43FF20B-4B1B-44A2-B407-8B61857D23E5}" dt="2026-07-14T23:34:02.001" v="4624" actId="26606"/>
          <ac:spMkLst>
            <pc:docMk/>
            <pc:sldMk cId="2940750228" sldId="267"/>
            <ac:spMk id="2" creationId="{596200F0-F6AF-59F4-BED3-3478F5CCA43B}"/>
          </ac:spMkLst>
        </pc:spChg>
        <pc:spChg chg="add del mod ord">
          <ac:chgData name="Nitish Heston" userId="2b5a9f8da2a4cf30" providerId="LiveId" clId="{F43FF20B-4B1B-44A2-B407-8B61857D23E5}" dt="2026-07-15T03:33:49.422" v="6033" actId="20577"/>
          <ac:spMkLst>
            <pc:docMk/>
            <pc:sldMk cId="2940750228" sldId="267"/>
            <ac:spMk id="3" creationId="{F6C635D2-C45E-4EF0-61B0-A2E3B6A4F64B}"/>
          </ac:spMkLst>
        </pc:spChg>
        <pc:spChg chg="add">
          <ac:chgData name="Nitish Heston" userId="2b5a9f8da2a4cf30" providerId="LiveId" clId="{F43FF20B-4B1B-44A2-B407-8B61857D23E5}" dt="2026-07-14T23:34:02.001" v="4624" actId="26606"/>
          <ac:spMkLst>
            <pc:docMk/>
            <pc:sldMk cId="2940750228" sldId="267"/>
            <ac:spMk id="12" creationId="{4038CB10-1F5C-4D54-9DF7-12586DE5B007}"/>
          </ac:spMkLst>
        </pc:spChg>
        <pc:spChg chg="add">
          <ac:chgData name="Nitish Heston" userId="2b5a9f8da2a4cf30" providerId="LiveId" clId="{F43FF20B-4B1B-44A2-B407-8B61857D23E5}" dt="2026-07-14T23:34:02.001" v="4624" actId="26606"/>
          <ac:spMkLst>
            <pc:docMk/>
            <pc:sldMk cId="2940750228" sldId="267"/>
            <ac:spMk id="14" creationId="{73ED6512-6858-4552-B699-9A97FE9A4EA2}"/>
          </ac:spMkLst>
        </pc:spChg>
        <pc:picChg chg="add del mod ord">
          <ac:chgData name="Nitish Heston" userId="2b5a9f8da2a4cf30" providerId="LiveId" clId="{F43FF20B-4B1B-44A2-B407-8B61857D23E5}" dt="2026-07-14T23:26:35.261" v="4448" actId="22"/>
          <ac:picMkLst>
            <pc:docMk/>
            <pc:sldMk cId="2940750228" sldId="267"/>
            <ac:picMk id="5" creationId="{07142964-4DE3-2B1B-C2D9-E59FB713A15C}"/>
          </ac:picMkLst>
        </pc:picChg>
        <pc:picChg chg="add mod">
          <ac:chgData name="Nitish Heston" userId="2b5a9f8da2a4cf30" providerId="LiveId" clId="{F43FF20B-4B1B-44A2-B407-8B61857D23E5}" dt="2026-07-14T23:34:02.001" v="4624" actId="26606"/>
          <ac:picMkLst>
            <pc:docMk/>
            <pc:sldMk cId="2940750228" sldId="267"/>
            <ac:picMk id="7" creationId="{C040FDC9-77D8-4560-70F2-421E32B42C2A}"/>
          </ac:picMkLst>
        </pc:picChg>
      </pc:sldChg>
      <pc:sldChg chg="addSp delSp modSp new mod ord setBg">
        <pc:chgData name="Nitish Heston" userId="2b5a9f8da2a4cf30" providerId="LiveId" clId="{F43FF20B-4B1B-44A2-B407-8B61857D23E5}" dt="2026-07-15T05:24:18.054" v="8324"/>
        <pc:sldMkLst>
          <pc:docMk/>
          <pc:sldMk cId="318491694" sldId="268"/>
        </pc:sldMkLst>
        <pc:spChg chg="mod">
          <ac:chgData name="Nitish Heston" userId="2b5a9f8da2a4cf30" providerId="LiveId" clId="{F43FF20B-4B1B-44A2-B407-8B61857D23E5}" dt="2026-07-15T05:18:51.422" v="7968" actId="26606"/>
          <ac:spMkLst>
            <pc:docMk/>
            <pc:sldMk cId="318491694" sldId="268"/>
            <ac:spMk id="2" creationId="{2754BBAD-441B-0797-8256-112F746DEEC8}"/>
          </ac:spMkLst>
        </pc:spChg>
        <pc:spChg chg="del">
          <ac:chgData name="Nitish Heston" userId="2b5a9f8da2a4cf30" providerId="LiveId" clId="{F43FF20B-4B1B-44A2-B407-8B61857D23E5}" dt="2026-07-14T23:36:40.631" v="4665" actId="22"/>
          <ac:spMkLst>
            <pc:docMk/>
            <pc:sldMk cId="318491694" sldId="268"/>
            <ac:spMk id="3" creationId="{B092ACC1-77D0-F5FD-56D4-0E81B36C8011}"/>
          </ac:spMkLst>
        </pc:spChg>
        <pc:spChg chg="add del mod">
          <ac:chgData name="Nitish Heston" userId="2b5a9f8da2a4cf30" providerId="LiveId" clId="{F43FF20B-4B1B-44A2-B407-8B61857D23E5}" dt="2026-07-15T05:18:37.043" v="7961" actId="478"/>
          <ac:spMkLst>
            <pc:docMk/>
            <pc:sldMk cId="318491694" sldId="268"/>
            <ac:spMk id="6" creationId="{BD71E9FB-2145-AAAD-B033-36132B423788}"/>
          </ac:spMkLst>
        </pc:spChg>
        <pc:spChg chg="add mod ord">
          <ac:chgData name="Nitish Heston" userId="2b5a9f8da2a4cf30" providerId="LiveId" clId="{F43FF20B-4B1B-44A2-B407-8B61857D23E5}" dt="2026-07-15T05:18:51.422" v="7968" actId="26606"/>
          <ac:spMkLst>
            <pc:docMk/>
            <pc:sldMk cId="318491694" sldId="268"/>
            <ac:spMk id="9" creationId="{D0F0D016-D27E-A558-F9F3-91389181D154}"/>
          </ac:spMkLst>
        </pc:spChg>
        <pc:spChg chg="add">
          <ac:chgData name="Nitish Heston" userId="2b5a9f8da2a4cf30" providerId="LiveId" clId="{F43FF20B-4B1B-44A2-B407-8B61857D23E5}" dt="2026-07-15T05:18:51.422" v="7968" actId="26606"/>
          <ac:spMkLst>
            <pc:docMk/>
            <pc:sldMk cId="318491694" sldId="268"/>
            <ac:spMk id="14" creationId="{BB717F82-1948-4BF5-B31E-F8E018DE40FA}"/>
          </ac:spMkLst>
        </pc:spChg>
        <pc:spChg chg="add del">
          <ac:chgData name="Nitish Heston" userId="2b5a9f8da2a4cf30" providerId="LiveId" clId="{F43FF20B-4B1B-44A2-B407-8B61857D23E5}" dt="2026-07-15T03:20:23.937" v="5418" actId="26606"/>
          <ac:spMkLst>
            <pc:docMk/>
            <pc:sldMk cId="318491694" sldId="268"/>
            <ac:spMk id="18" creationId="{914712CB-343F-47FD-88B1-FC04E6063C51}"/>
          </ac:spMkLst>
        </pc:spChg>
        <pc:spChg chg="add del">
          <ac:chgData name="Nitish Heston" userId="2b5a9f8da2a4cf30" providerId="LiveId" clId="{F43FF20B-4B1B-44A2-B407-8B61857D23E5}" dt="2026-07-15T05:09:44.143" v="7232" actId="26606"/>
          <ac:spMkLst>
            <pc:docMk/>
            <pc:sldMk cId="318491694" sldId="268"/>
            <ac:spMk id="23" creationId="{51CAEDA1-2D9E-4101-B553-8060F59F8ADD}"/>
          </ac:spMkLst>
        </pc:spChg>
        <pc:spChg chg="add del">
          <ac:chgData name="Nitish Heston" userId="2b5a9f8da2a4cf30" providerId="LiveId" clId="{F43FF20B-4B1B-44A2-B407-8B61857D23E5}" dt="2026-07-15T05:09:44.143" v="7232" actId="26606"/>
          <ac:spMkLst>
            <pc:docMk/>
            <pc:sldMk cId="318491694" sldId="268"/>
            <ac:spMk id="25" creationId="{D8AF0666-DC61-45FB-A7C3-3666814B1A2D}"/>
          </ac:spMkLst>
        </pc:spChg>
        <pc:spChg chg="add del">
          <ac:chgData name="Nitish Heston" userId="2b5a9f8da2a4cf30" providerId="LiveId" clId="{F43FF20B-4B1B-44A2-B407-8B61857D23E5}" dt="2026-07-15T05:09:44.143" v="7232" actId="26606"/>
          <ac:spMkLst>
            <pc:docMk/>
            <pc:sldMk cId="318491694" sldId="268"/>
            <ac:spMk id="27" creationId="{EF8AA041-5690-47D3-93E9-B8DE194D7235}"/>
          </ac:spMkLst>
        </pc:spChg>
        <pc:spChg chg="add del">
          <ac:chgData name="Nitish Heston" userId="2b5a9f8da2a4cf30" providerId="LiveId" clId="{F43FF20B-4B1B-44A2-B407-8B61857D23E5}" dt="2026-07-15T05:09:44.143" v="7232" actId="26606"/>
          <ac:spMkLst>
            <pc:docMk/>
            <pc:sldMk cId="318491694" sldId="268"/>
            <ac:spMk id="29" creationId="{592E6D62-9EA0-4821-A9F1-919E480D582A}"/>
          </ac:spMkLst>
        </pc:spChg>
        <pc:spChg chg="add del">
          <ac:chgData name="Nitish Heston" userId="2b5a9f8da2a4cf30" providerId="LiveId" clId="{F43FF20B-4B1B-44A2-B407-8B61857D23E5}" dt="2026-07-15T05:09:44.143" v="7232" actId="26606"/>
          <ac:spMkLst>
            <pc:docMk/>
            <pc:sldMk cId="318491694" sldId="268"/>
            <ac:spMk id="31" creationId="{939F7F10-4ADB-4678-918B-BC1498630322}"/>
          </ac:spMkLst>
        </pc:spChg>
        <pc:picChg chg="add del mod">
          <ac:chgData name="Nitish Heston" userId="2b5a9f8da2a4cf30" providerId="LiveId" clId="{F43FF20B-4B1B-44A2-B407-8B61857D23E5}" dt="2026-07-15T05:09:35.550" v="7230" actId="478"/>
          <ac:picMkLst>
            <pc:docMk/>
            <pc:sldMk cId="318491694" sldId="268"/>
            <ac:picMk id="4" creationId="{E31C8336-3E8B-E5C6-1450-1F2B4175780F}"/>
          </ac:picMkLst>
        </pc:picChg>
        <pc:picChg chg="add del mod ord">
          <ac:chgData name="Nitish Heston" userId="2b5a9f8da2a4cf30" providerId="LiveId" clId="{F43FF20B-4B1B-44A2-B407-8B61857D23E5}" dt="2026-07-14T23:36:46.574" v="4669" actId="478"/>
          <ac:picMkLst>
            <pc:docMk/>
            <pc:sldMk cId="318491694" sldId="268"/>
            <ac:picMk id="5" creationId="{D4C33570-C147-33BD-F798-2937DCEDA932}"/>
          </ac:picMkLst>
        </pc:picChg>
        <pc:picChg chg="add mod ord">
          <ac:chgData name="Nitish Heston" userId="2b5a9f8da2a4cf30" providerId="LiveId" clId="{F43FF20B-4B1B-44A2-B407-8B61857D23E5}" dt="2026-07-15T05:18:51.422" v="7968" actId="26606"/>
          <ac:picMkLst>
            <pc:docMk/>
            <pc:sldMk cId="318491694" sldId="268"/>
            <ac:picMk id="7" creationId="{D104BE3C-9CA9-A10A-1522-CDA68001CC5F}"/>
          </ac:picMkLst>
        </pc:picChg>
        <pc:picChg chg="add del mod modCrop">
          <ac:chgData name="Nitish Heston" userId="2b5a9f8da2a4cf30" providerId="LiveId" clId="{F43FF20B-4B1B-44A2-B407-8B61857D23E5}" dt="2026-07-15T05:09:36.074" v="7231" actId="478"/>
          <ac:picMkLst>
            <pc:docMk/>
            <pc:sldMk cId="318491694" sldId="268"/>
            <ac:picMk id="11" creationId="{72A38B5A-F900-1F88-58EF-BBD54E374C44}"/>
          </ac:picMkLst>
        </pc:picChg>
        <pc:cxnChg chg="add">
          <ac:chgData name="Nitish Heston" userId="2b5a9f8da2a4cf30" providerId="LiveId" clId="{F43FF20B-4B1B-44A2-B407-8B61857D23E5}" dt="2026-07-15T05:18:51.422" v="7968" actId="26606"/>
          <ac:cxnSpMkLst>
            <pc:docMk/>
            <pc:sldMk cId="318491694" sldId="268"/>
            <ac:cxnSpMk id="12" creationId="{07AAE15F-6D59-4252-8427-D134C0066F97}"/>
          </ac:cxnSpMkLst>
        </pc:cxnChg>
        <pc:cxnChg chg="add">
          <ac:chgData name="Nitish Heston" userId="2b5a9f8da2a4cf30" providerId="LiveId" clId="{F43FF20B-4B1B-44A2-B407-8B61857D23E5}" dt="2026-07-14T23:37:12.630" v="4674" actId="26606"/>
          <ac:cxnSpMkLst>
            <pc:docMk/>
            <pc:sldMk cId="318491694" sldId="268"/>
            <ac:cxnSpMk id="16" creationId="{110D6E2B-CDB5-4D5D-8078-81CE987C4496}"/>
          </ac:cxnSpMkLst>
        </pc:cxnChg>
      </pc:sldChg>
      <pc:sldChg chg="addSp delSp modSp new mod ord setBg">
        <pc:chgData name="Nitish Heston" userId="2b5a9f8da2a4cf30" providerId="LiveId" clId="{F43FF20B-4B1B-44A2-B407-8B61857D23E5}" dt="2026-07-15T05:19:03.740" v="7970" actId="1076"/>
        <pc:sldMkLst>
          <pc:docMk/>
          <pc:sldMk cId="2383997193" sldId="269"/>
        </pc:sldMkLst>
        <pc:spChg chg="mod">
          <ac:chgData name="Nitish Heston" userId="2b5a9f8da2a4cf30" providerId="LiveId" clId="{F43FF20B-4B1B-44A2-B407-8B61857D23E5}" dt="2026-07-15T04:44:55.467" v="6158" actId="26606"/>
          <ac:spMkLst>
            <pc:docMk/>
            <pc:sldMk cId="2383997193" sldId="269"/>
            <ac:spMk id="2" creationId="{7131756C-63C2-A9BD-3067-115C21EC6FCD}"/>
          </ac:spMkLst>
        </pc:spChg>
        <pc:spChg chg="del">
          <ac:chgData name="Nitish Heston" userId="2b5a9f8da2a4cf30" providerId="LiveId" clId="{F43FF20B-4B1B-44A2-B407-8B61857D23E5}" dt="2026-07-15T04:44:00.219" v="6147" actId="22"/>
          <ac:spMkLst>
            <pc:docMk/>
            <pc:sldMk cId="2383997193" sldId="269"/>
            <ac:spMk id="3" creationId="{68CD23E3-C810-98E3-2D76-AEB7E4EEAA6C}"/>
          </ac:spMkLst>
        </pc:spChg>
        <pc:spChg chg="add mod ord">
          <ac:chgData name="Nitish Heston" userId="2b5a9f8da2a4cf30" providerId="LiveId" clId="{F43FF20B-4B1B-44A2-B407-8B61857D23E5}" dt="2026-07-15T05:19:03.740" v="7970" actId="1076"/>
          <ac:spMkLst>
            <pc:docMk/>
            <pc:sldMk cId="2383997193" sldId="269"/>
            <ac:spMk id="11" creationId="{697CBC7B-C469-96A7-F0FA-50530078FE21}"/>
          </ac:spMkLst>
        </pc:spChg>
        <pc:spChg chg="add">
          <ac:chgData name="Nitish Heston" userId="2b5a9f8da2a4cf30" providerId="LiveId" clId="{F43FF20B-4B1B-44A2-B407-8B61857D23E5}" dt="2026-07-15T04:44:55.467" v="6158" actId="26606"/>
          <ac:spMkLst>
            <pc:docMk/>
            <pc:sldMk cId="2383997193" sldId="269"/>
            <ac:spMk id="17" creationId="{51CAEDA1-2D9E-4101-B553-8060F59F8ADD}"/>
          </ac:spMkLst>
        </pc:spChg>
        <pc:spChg chg="add del">
          <ac:chgData name="Nitish Heston" userId="2b5a9f8da2a4cf30" providerId="LiveId" clId="{F43FF20B-4B1B-44A2-B407-8B61857D23E5}" dt="2026-07-15T04:44:35.961" v="6154" actId="26606"/>
          <ac:spMkLst>
            <pc:docMk/>
            <pc:sldMk cId="2383997193" sldId="269"/>
            <ac:spMk id="18" creationId="{6243384B-C21A-4F76-9D96-36CD96DA1DAC}"/>
          </ac:spMkLst>
        </pc:spChg>
        <pc:spChg chg="add">
          <ac:chgData name="Nitish Heston" userId="2b5a9f8da2a4cf30" providerId="LiveId" clId="{F43FF20B-4B1B-44A2-B407-8B61857D23E5}" dt="2026-07-15T04:44:55.467" v="6158" actId="26606"/>
          <ac:spMkLst>
            <pc:docMk/>
            <pc:sldMk cId="2383997193" sldId="269"/>
            <ac:spMk id="19" creationId="{D8AF0666-DC61-45FB-A7C3-3666814B1A2D}"/>
          </ac:spMkLst>
        </pc:spChg>
        <pc:spChg chg="add del">
          <ac:chgData name="Nitish Heston" userId="2b5a9f8da2a4cf30" providerId="LiveId" clId="{F43FF20B-4B1B-44A2-B407-8B61857D23E5}" dt="2026-07-15T04:44:35.961" v="6154" actId="26606"/>
          <ac:spMkLst>
            <pc:docMk/>
            <pc:sldMk cId="2383997193" sldId="269"/>
            <ac:spMk id="20" creationId="{B2DFEDCF-DAE7-458A-B893-DA7ECDB9F05A}"/>
          </ac:spMkLst>
        </pc:spChg>
        <pc:spChg chg="add">
          <ac:chgData name="Nitish Heston" userId="2b5a9f8da2a4cf30" providerId="LiveId" clId="{F43FF20B-4B1B-44A2-B407-8B61857D23E5}" dt="2026-07-15T04:44:55.467" v="6158" actId="26606"/>
          <ac:spMkLst>
            <pc:docMk/>
            <pc:sldMk cId="2383997193" sldId="269"/>
            <ac:spMk id="24" creationId="{EF8AA041-5690-47D3-93E9-B8DE194D7235}"/>
          </ac:spMkLst>
        </pc:spChg>
        <pc:spChg chg="add">
          <ac:chgData name="Nitish Heston" userId="2b5a9f8da2a4cf30" providerId="LiveId" clId="{F43FF20B-4B1B-44A2-B407-8B61857D23E5}" dt="2026-07-15T04:44:55.467" v="6158" actId="26606"/>
          <ac:spMkLst>
            <pc:docMk/>
            <pc:sldMk cId="2383997193" sldId="269"/>
            <ac:spMk id="26" creationId="{592E6D62-9EA0-4821-A9F1-919E480D582A}"/>
          </ac:spMkLst>
        </pc:spChg>
        <pc:spChg chg="add">
          <ac:chgData name="Nitish Heston" userId="2b5a9f8da2a4cf30" providerId="LiveId" clId="{F43FF20B-4B1B-44A2-B407-8B61857D23E5}" dt="2026-07-15T04:44:55.467" v="6158" actId="26606"/>
          <ac:spMkLst>
            <pc:docMk/>
            <pc:sldMk cId="2383997193" sldId="269"/>
            <ac:spMk id="28" creationId="{939F7F10-4ADB-4678-918B-BC1498630322}"/>
          </ac:spMkLst>
        </pc:spChg>
        <pc:picChg chg="add del mod">
          <ac:chgData name="Nitish Heston" userId="2b5a9f8da2a4cf30" providerId="LiveId" clId="{F43FF20B-4B1B-44A2-B407-8B61857D23E5}" dt="2026-07-15T04:43:29.076" v="6144" actId="478"/>
          <ac:picMkLst>
            <pc:docMk/>
            <pc:sldMk cId="2383997193" sldId="269"/>
            <ac:picMk id="5" creationId="{4D64B10D-AC5B-48F0-D038-D6E94A4E2CA6}"/>
          </ac:picMkLst>
        </pc:picChg>
        <pc:picChg chg="add mod ord">
          <ac:chgData name="Nitish Heston" userId="2b5a9f8da2a4cf30" providerId="LiveId" clId="{F43FF20B-4B1B-44A2-B407-8B61857D23E5}" dt="2026-07-15T04:44:55.467" v="6158" actId="26606"/>
          <ac:picMkLst>
            <pc:docMk/>
            <pc:sldMk cId="2383997193" sldId="269"/>
            <ac:picMk id="7" creationId="{85D38586-D223-3B98-2916-3F5156AE75EB}"/>
          </ac:picMkLst>
        </pc:picChg>
        <pc:picChg chg="add del mod ord">
          <ac:chgData name="Nitish Heston" userId="2b5a9f8da2a4cf30" providerId="LiveId" clId="{F43FF20B-4B1B-44A2-B407-8B61857D23E5}" dt="2026-07-15T04:44:06.405" v="6150" actId="478"/>
          <ac:picMkLst>
            <pc:docMk/>
            <pc:sldMk cId="2383997193" sldId="269"/>
            <ac:picMk id="9" creationId="{4C8C2CC6-6BD0-AB6F-FE8F-11BF8FA758DE}"/>
          </ac:picMkLst>
        </pc:picChg>
        <pc:picChg chg="add del mod">
          <ac:chgData name="Nitish Heston" userId="2b5a9f8da2a4cf30" providerId="LiveId" clId="{F43FF20B-4B1B-44A2-B407-8B61857D23E5}" dt="2026-07-15T04:44:52.409" v="6155" actId="478"/>
          <ac:picMkLst>
            <pc:docMk/>
            <pc:sldMk cId="2383997193" sldId="269"/>
            <ac:picMk id="13" creationId="{16321FE8-04E4-008F-7DAF-86E7BC1B1C5D}"/>
          </ac:picMkLst>
        </pc:picChg>
        <pc:picChg chg="add mod">
          <ac:chgData name="Nitish Heston" userId="2b5a9f8da2a4cf30" providerId="LiveId" clId="{F43FF20B-4B1B-44A2-B407-8B61857D23E5}" dt="2026-07-15T04:44:55.467" v="6158" actId="26606"/>
          <ac:picMkLst>
            <pc:docMk/>
            <pc:sldMk cId="2383997193" sldId="269"/>
            <ac:picMk id="15" creationId="{9B059B60-C62C-A5F3-7D4B-52B063A8ABFB}"/>
          </ac:picMkLst>
        </pc:picChg>
        <pc:cxnChg chg="add del">
          <ac:chgData name="Nitish Heston" userId="2b5a9f8da2a4cf30" providerId="LiveId" clId="{F43FF20B-4B1B-44A2-B407-8B61857D23E5}" dt="2026-07-15T04:44:35.961" v="6154" actId="26606"/>
          <ac:cxnSpMkLst>
            <pc:docMk/>
            <pc:sldMk cId="2383997193" sldId="269"/>
            <ac:cxnSpMk id="22" creationId="{55439B73-EC95-4355-B14C-6D128E938A3C}"/>
          </ac:cxnSpMkLst>
        </pc:cxnChg>
      </pc:sldChg>
      <pc:sldChg chg="addSp modSp new mod ord setBg">
        <pc:chgData name="Nitish Heston" userId="2b5a9f8da2a4cf30" providerId="LiveId" clId="{F43FF20B-4B1B-44A2-B407-8B61857D23E5}" dt="2026-07-15T03:30:04.612" v="5997"/>
        <pc:sldMkLst>
          <pc:docMk/>
          <pc:sldMk cId="2539665871" sldId="270"/>
        </pc:sldMkLst>
        <pc:spChg chg="mod">
          <ac:chgData name="Nitish Heston" userId="2b5a9f8da2a4cf30" providerId="LiveId" clId="{F43FF20B-4B1B-44A2-B407-8B61857D23E5}" dt="2026-07-15T03:23:38.171" v="5894" actId="26606"/>
          <ac:spMkLst>
            <pc:docMk/>
            <pc:sldMk cId="2539665871" sldId="270"/>
            <ac:spMk id="2" creationId="{5BFE50DF-F9E7-C2EF-79E7-7EB69A45CE8E}"/>
          </ac:spMkLst>
        </pc:spChg>
        <pc:spChg chg="mod">
          <ac:chgData name="Nitish Heston" userId="2b5a9f8da2a4cf30" providerId="LiveId" clId="{F43FF20B-4B1B-44A2-B407-8B61857D23E5}" dt="2026-07-15T03:30:04.612" v="5997"/>
          <ac:spMkLst>
            <pc:docMk/>
            <pc:sldMk cId="2539665871" sldId="270"/>
            <ac:spMk id="3" creationId="{5F71231B-CB07-4716-A0A3-5B2ADDE57F2B}"/>
          </ac:spMkLst>
        </pc:spChg>
        <pc:spChg chg="add">
          <ac:chgData name="Nitish Heston" userId="2b5a9f8da2a4cf30" providerId="LiveId" clId="{F43FF20B-4B1B-44A2-B407-8B61857D23E5}" dt="2026-07-15T03:23:38.171" v="5894" actId="26606"/>
          <ac:spMkLst>
            <pc:docMk/>
            <pc:sldMk cId="2539665871" sldId="270"/>
            <ac:spMk id="8" creationId="{77D7B666-D5E6-48CE-B26A-FB5E5C34AF90}"/>
          </ac:spMkLst>
        </pc:spChg>
        <pc:spChg chg="add">
          <ac:chgData name="Nitish Heston" userId="2b5a9f8da2a4cf30" providerId="LiveId" clId="{F43FF20B-4B1B-44A2-B407-8B61857D23E5}" dt="2026-07-15T03:23:38.171" v="5894" actId="26606"/>
          <ac:spMkLst>
            <pc:docMk/>
            <pc:sldMk cId="2539665871" sldId="270"/>
            <ac:spMk id="10" creationId="{F6EE670A-A41A-44AD-BC1C-2090365EB5B3}"/>
          </ac:spMkLst>
        </pc:spChg>
      </pc:sldChg>
      <pc:sldChg chg="modSp new mod ord">
        <pc:chgData name="Nitish Heston" userId="2b5a9f8da2a4cf30" providerId="LiveId" clId="{F43FF20B-4B1B-44A2-B407-8B61857D23E5}" dt="2026-07-15T04:59:43.240" v="6841"/>
        <pc:sldMkLst>
          <pc:docMk/>
          <pc:sldMk cId="1445376070" sldId="271"/>
        </pc:sldMkLst>
        <pc:spChg chg="mod">
          <ac:chgData name="Nitish Heston" userId="2b5a9f8da2a4cf30" providerId="LiveId" clId="{F43FF20B-4B1B-44A2-B407-8B61857D23E5}" dt="2026-07-15T03:27:35.218" v="5996" actId="20577"/>
          <ac:spMkLst>
            <pc:docMk/>
            <pc:sldMk cId="1445376070" sldId="271"/>
            <ac:spMk id="2" creationId="{B4D1E936-54D3-3976-3735-A42EC56CB6C6}"/>
          </ac:spMkLst>
        </pc:spChg>
        <pc:spChg chg="mod">
          <ac:chgData name="Nitish Heston" userId="2b5a9f8da2a4cf30" providerId="LiveId" clId="{F43FF20B-4B1B-44A2-B407-8B61857D23E5}" dt="2026-07-15T03:38:04.308" v="6123" actId="20577"/>
          <ac:spMkLst>
            <pc:docMk/>
            <pc:sldMk cId="1445376070" sldId="271"/>
            <ac:spMk id="3" creationId="{05C6F465-5AC7-7070-D9AE-E1240507DDCD}"/>
          </ac:spMkLst>
        </pc:spChg>
      </pc:sldChg>
      <pc:sldChg chg="addSp delSp modSp new mod ord setBg">
        <pc:chgData name="Nitish Heston" userId="2b5a9f8da2a4cf30" providerId="LiveId" clId="{F43FF20B-4B1B-44A2-B407-8B61857D23E5}" dt="2026-07-15T05:13:06.564" v="7732" actId="20577"/>
        <pc:sldMkLst>
          <pc:docMk/>
          <pc:sldMk cId="3884367563" sldId="272"/>
        </pc:sldMkLst>
        <pc:spChg chg="mod">
          <ac:chgData name="Nitish Heston" userId="2b5a9f8da2a4cf30" providerId="LiveId" clId="{F43FF20B-4B1B-44A2-B407-8B61857D23E5}" dt="2026-07-15T05:00:51.109" v="6848" actId="26606"/>
          <ac:spMkLst>
            <pc:docMk/>
            <pc:sldMk cId="3884367563" sldId="272"/>
            <ac:spMk id="2" creationId="{936D20F9-3B26-8CBC-5115-36C3A96C0943}"/>
          </ac:spMkLst>
        </pc:spChg>
        <pc:spChg chg="mod ord">
          <ac:chgData name="Nitish Heston" userId="2b5a9f8da2a4cf30" providerId="LiveId" clId="{F43FF20B-4B1B-44A2-B407-8B61857D23E5}" dt="2026-07-15T05:13:06.564" v="7732" actId="20577"/>
          <ac:spMkLst>
            <pc:docMk/>
            <pc:sldMk cId="3884367563" sldId="272"/>
            <ac:spMk id="3" creationId="{16C8F36C-9E91-403C-945C-4CE9613C3FEF}"/>
          </ac:spMkLst>
        </pc:spChg>
        <pc:spChg chg="add del">
          <ac:chgData name="Nitish Heston" userId="2b5a9f8da2a4cf30" providerId="LiveId" clId="{F43FF20B-4B1B-44A2-B407-8B61857D23E5}" dt="2026-07-15T05:00:41.473" v="6844" actId="26606"/>
          <ac:spMkLst>
            <pc:docMk/>
            <pc:sldMk cId="3884367563" sldId="272"/>
            <ac:spMk id="9" creationId="{51CAEDA1-2D9E-4101-B553-8060F59F8ADD}"/>
          </ac:spMkLst>
        </pc:spChg>
        <pc:spChg chg="add del">
          <ac:chgData name="Nitish Heston" userId="2b5a9f8da2a4cf30" providerId="LiveId" clId="{F43FF20B-4B1B-44A2-B407-8B61857D23E5}" dt="2026-07-15T05:00:41.473" v="6844" actId="26606"/>
          <ac:spMkLst>
            <pc:docMk/>
            <pc:sldMk cId="3884367563" sldId="272"/>
            <ac:spMk id="10" creationId="{D8AF0666-DC61-45FB-A7C3-3666814B1A2D}"/>
          </ac:spMkLst>
        </pc:spChg>
        <pc:spChg chg="add del">
          <ac:chgData name="Nitish Heston" userId="2b5a9f8da2a4cf30" providerId="LiveId" clId="{F43FF20B-4B1B-44A2-B407-8B61857D23E5}" dt="2026-07-15T05:00:41.473" v="6844" actId="26606"/>
          <ac:spMkLst>
            <pc:docMk/>
            <pc:sldMk cId="3884367563" sldId="272"/>
            <ac:spMk id="11" creationId="{EF8AA041-5690-47D3-93E9-B8DE194D7235}"/>
          </ac:spMkLst>
        </pc:spChg>
        <pc:spChg chg="add del">
          <ac:chgData name="Nitish Heston" userId="2b5a9f8da2a4cf30" providerId="LiveId" clId="{F43FF20B-4B1B-44A2-B407-8B61857D23E5}" dt="2026-07-15T04:54:19.291" v="6615" actId="26606"/>
          <ac:spMkLst>
            <pc:docMk/>
            <pc:sldMk cId="3884367563" sldId="272"/>
            <ac:spMk id="12" creationId="{51CAEDA1-2D9E-4101-B553-8060F59F8ADD}"/>
          </ac:spMkLst>
        </pc:spChg>
        <pc:spChg chg="add del">
          <ac:chgData name="Nitish Heston" userId="2b5a9f8da2a4cf30" providerId="LiveId" clId="{F43FF20B-4B1B-44A2-B407-8B61857D23E5}" dt="2026-07-15T05:00:41.473" v="6844" actId="26606"/>
          <ac:spMkLst>
            <pc:docMk/>
            <pc:sldMk cId="3884367563" sldId="272"/>
            <ac:spMk id="13" creationId="{592E6D62-9EA0-4821-A9F1-919E480D582A}"/>
          </ac:spMkLst>
        </pc:spChg>
        <pc:spChg chg="add del">
          <ac:chgData name="Nitish Heston" userId="2b5a9f8da2a4cf30" providerId="LiveId" clId="{F43FF20B-4B1B-44A2-B407-8B61857D23E5}" dt="2026-07-15T04:54:19.291" v="6615" actId="26606"/>
          <ac:spMkLst>
            <pc:docMk/>
            <pc:sldMk cId="3884367563" sldId="272"/>
            <ac:spMk id="14" creationId="{D8AF0666-DC61-45FB-A7C3-3666814B1A2D}"/>
          </ac:spMkLst>
        </pc:spChg>
        <pc:spChg chg="add del">
          <ac:chgData name="Nitish Heston" userId="2b5a9f8da2a4cf30" providerId="LiveId" clId="{F43FF20B-4B1B-44A2-B407-8B61857D23E5}" dt="2026-07-15T05:00:41.473" v="6844" actId="26606"/>
          <ac:spMkLst>
            <pc:docMk/>
            <pc:sldMk cId="3884367563" sldId="272"/>
            <ac:spMk id="15" creationId="{939F7F10-4ADB-4678-918B-BC1498630322}"/>
          </ac:spMkLst>
        </pc:spChg>
        <pc:spChg chg="add del">
          <ac:chgData name="Nitish Heston" userId="2b5a9f8da2a4cf30" providerId="LiveId" clId="{F43FF20B-4B1B-44A2-B407-8B61857D23E5}" dt="2026-07-15T04:54:19.291" v="6615" actId="26606"/>
          <ac:spMkLst>
            <pc:docMk/>
            <pc:sldMk cId="3884367563" sldId="272"/>
            <ac:spMk id="16" creationId="{EF8AA041-5690-47D3-93E9-B8DE194D7235}"/>
          </ac:spMkLst>
        </pc:spChg>
        <pc:spChg chg="add del">
          <ac:chgData name="Nitish Heston" userId="2b5a9f8da2a4cf30" providerId="LiveId" clId="{F43FF20B-4B1B-44A2-B407-8B61857D23E5}" dt="2026-07-15T05:00:49.867" v="6846" actId="26606"/>
          <ac:spMkLst>
            <pc:docMk/>
            <pc:sldMk cId="3884367563" sldId="272"/>
            <ac:spMk id="17" creationId="{8833837A-AE06-46F8-AE92-6C7E8BD11756}"/>
          </ac:spMkLst>
        </pc:spChg>
        <pc:spChg chg="add del">
          <ac:chgData name="Nitish Heston" userId="2b5a9f8da2a4cf30" providerId="LiveId" clId="{F43FF20B-4B1B-44A2-B407-8B61857D23E5}" dt="2026-07-15T04:54:19.291" v="6615" actId="26606"/>
          <ac:spMkLst>
            <pc:docMk/>
            <pc:sldMk cId="3884367563" sldId="272"/>
            <ac:spMk id="18" creationId="{592E6D62-9EA0-4821-A9F1-919E480D582A}"/>
          </ac:spMkLst>
        </pc:spChg>
        <pc:spChg chg="add del">
          <ac:chgData name="Nitish Heston" userId="2b5a9f8da2a4cf30" providerId="LiveId" clId="{F43FF20B-4B1B-44A2-B407-8B61857D23E5}" dt="2026-07-15T05:00:49.867" v="6846" actId="26606"/>
          <ac:spMkLst>
            <pc:docMk/>
            <pc:sldMk cId="3884367563" sldId="272"/>
            <ac:spMk id="19" creationId="{A9890A6E-0914-4D75-9845-FA34666CE94C}"/>
          </ac:spMkLst>
        </pc:spChg>
        <pc:spChg chg="add del">
          <ac:chgData name="Nitish Heston" userId="2b5a9f8da2a4cf30" providerId="LiveId" clId="{F43FF20B-4B1B-44A2-B407-8B61857D23E5}" dt="2026-07-15T04:54:19.291" v="6615" actId="26606"/>
          <ac:spMkLst>
            <pc:docMk/>
            <pc:sldMk cId="3884367563" sldId="272"/>
            <ac:spMk id="20" creationId="{939F7F10-4ADB-4678-918B-BC1498630322}"/>
          </ac:spMkLst>
        </pc:spChg>
        <pc:spChg chg="add del">
          <ac:chgData name="Nitish Heston" userId="2b5a9f8da2a4cf30" providerId="LiveId" clId="{F43FF20B-4B1B-44A2-B407-8B61857D23E5}" dt="2026-07-15T05:00:49.867" v="6846" actId="26606"/>
          <ac:spMkLst>
            <pc:docMk/>
            <pc:sldMk cId="3884367563" sldId="272"/>
            <ac:spMk id="22" creationId="{6BB712C9-0D43-4ECB-A652-50ABCB3723E4}"/>
          </ac:spMkLst>
        </pc:spChg>
        <pc:spChg chg="add del">
          <ac:chgData name="Nitish Heston" userId="2b5a9f8da2a4cf30" providerId="LiveId" clId="{F43FF20B-4B1B-44A2-B407-8B61857D23E5}" dt="2026-07-15T05:00:51.109" v="6848" actId="26606"/>
          <ac:spMkLst>
            <pc:docMk/>
            <pc:sldMk cId="3884367563" sldId="272"/>
            <ac:spMk id="24" creationId="{7C008741-F229-4099-ACDB-FF8C87411BCE}"/>
          </ac:spMkLst>
        </pc:spChg>
        <pc:spChg chg="add del">
          <ac:chgData name="Nitish Heston" userId="2b5a9f8da2a4cf30" providerId="LiveId" clId="{F43FF20B-4B1B-44A2-B407-8B61857D23E5}" dt="2026-07-15T05:00:51.109" v="6848" actId="26606"/>
          <ac:spMkLst>
            <pc:docMk/>
            <pc:sldMk cId="3884367563" sldId="272"/>
            <ac:spMk id="26" creationId="{AFD44FA1-5514-4DF6-B207-EFB44A4EA0D1}"/>
          </ac:spMkLst>
        </pc:spChg>
        <pc:picChg chg="add mod ord">
          <ac:chgData name="Nitish Heston" userId="2b5a9f8da2a4cf30" providerId="LiveId" clId="{F43FF20B-4B1B-44A2-B407-8B61857D23E5}" dt="2026-07-15T05:00:51.109" v="6848" actId="26606"/>
          <ac:picMkLst>
            <pc:docMk/>
            <pc:sldMk cId="3884367563" sldId="272"/>
            <ac:picMk id="5" creationId="{8AA3E48F-BBBB-3D19-5CEC-338979AFB254}"/>
          </ac:picMkLst>
        </pc:picChg>
        <pc:picChg chg="add mod ord">
          <ac:chgData name="Nitish Heston" userId="2b5a9f8da2a4cf30" providerId="LiveId" clId="{F43FF20B-4B1B-44A2-B407-8B61857D23E5}" dt="2026-07-15T05:00:51.109" v="6848" actId="26606"/>
          <ac:picMkLst>
            <pc:docMk/>
            <pc:sldMk cId="3884367563" sldId="272"/>
            <ac:picMk id="7" creationId="{95F70FA9-E66B-F0E9-F20E-E9A808A67945}"/>
          </ac:picMkLst>
        </pc:picChg>
        <pc:cxnChg chg="add del">
          <ac:chgData name="Nitish Heston" userId="2b5a9f8da2a4cf30" providerId="LiveId" clId="{F43FF20B-4B1B-44A2-B407-8B61857D23E5}" dt="2026-07-15T05:00:49.867" v="6846" actId="26606"/>
          <ac:cxnSpMkLst>
            <pc:docMk/>
            <pc:sldMk cId="3884367563" sldId="272"/>
            <ac:cxnSpMk id="21" creationId="{50FE77D4-58C3-4486-B22D-15109B121F60}"/>
          </ac:cxnSpMkLst>
        </pc:cxnChg>
        <pc:cxnChg chg="add del">
          <ac:chgData name="Nitish Heston" userId="2b5a9f8da2a4cf30" providerId="LiveId" clId="{F43FF20B-4B1B-44A2-B407-8B61857D23E5}" dt="2026-07-15T05:00:51.109" v="6848" actId="26606"/>
          <ac:cxnSpMkLst>
            <pc:docMk/>
            <pc:sldMk cId="3884367563" sldId="272"/>
            <ac:cxnSpMk id="25" creationId="{3598AAA9-7C76-4D8B-93AF-95D2587B55D7}"/>
          </ac:cxnSpMkLst>
        </pc:cxnChg>
      </pc:sldChg>
      <pc:sldChg chg="addSp delSp modSp new mod ord setBg">
        <pc:chgData name="Nitish Heston" userId="2b5a9f8da2a4cf30" providerId="LiveId" clId="{F43FF20B-4B1B-44A2-B407-8B61857D23E5}" dt="2026-07-15T05:21:36.008" v="8252" actId="20577"/>
        <pc:sldMkLst>
          <pc:docMk/>
          <pc:sldMk cId="4071595079" sldId="273"/>
        </pc:sldMkLst>
        <pc:spChg chg="mod">
          <ac:chgData name="Nitish Heston" userId="2b5a9f8da2a4cf30" providerId="LiveId" clId="{F43FF20B-4B1B-44A2-B407-8B61857D23E5}" dt="2026-07-15T05:18:56.436" v="7969" actId="26606"/>
          <ac:spMkLst>
            <pc:docMk/>
            <pc:sldMk cId="4071595079" sldId="273"/>
            <ac:spMk id="2" creationId="{CD9717A8-E3D7-5014-5001-0EBE1F369966}"/>
          </ac:spMkLst>
        </pc:spChg>
        <pc:spChg chg="add del mod ord">
          <ac:chgData name="Nitish Heston" userId="2b5a9f8da2a4cf30" providerId="LiveId" clId="{F43FF20B-4B1B-44A2-B407-8B61857D23E5}" dt="2026-07-15T05:21:36.008" v="8252" actId="20577"/>
          <ac:spMkLst>
            <pc:docMk/>
            <pc:sldMk cId="4071595079" sldId="273"/>
            <ac:spMk id="3" creationId="{DF9A4195-E5A5-3775-84F2-74E1B5554654}"/>
          </ac:spMkLst>
        </pc:spChg>
        <pc:spChg chg="add del mod">
          <ac:chgData name="Nitish Heston" userId="2b5a9f8da2a4cf30" providerId="LiveId" clId="{F43FF20B-4B1B-44A2-B407-8B61857D23E5}" dt="2026-07-15T05:18:34.652" v="7960" actId="478"/>
          <ac:spMkLst>
            <pc:docMk/>
            <pc:sldMk cId="4071595079" sldId="273"/>
            <ac:spMk id="9" creationId="{AC8AE227-A0BA-325B-7A3F-35717E4B246D}"/>
          </ac:spMkLst>
        </pc:spChg>
        <pc:spChg chg="add">
          <ac:chgData name="Nitish Heston" userId="2b5a9f8da2a4cf30" providerId="LiveId" clId="{F43FF20B-4B1B-44A2-B407-8B61857D23E5}" dt="2026-07-15T05:18:56.436" v="7969" actId="26606"/>
          <ac:spMkLst>
            <pc:docMk/>
            <pc:sldMk cId="4071595079" sldId="273"/>
            <ac:spMk id="10" creationId="{BB717F82-1948-4BF5-B31E-F8E018DE40FA}"/>
          </ac:spMkLst>
        </pc:spChg>
        <pc:spChg chg="add del">
          <ac:chgData name="Nitish Heston" userId="2b5a9f8da2a4cf30" providerId="LiveId" clId="{F43FF20B-4B1B-44A2-B407-8B61857D23E5}" dt="2026-07-15T05:03:41.543" v="6968" actId="26606"/>
          <ac:spMkLst>
            <pc:docMk/>
            <pc:sldMk cId="4071595079" sldId="273"/>
            <ac:spMk id="12" creationId="{4038CB10-1F5C-4D54-9DF7-12586DE5B007}"/>
          </ac:spMkLst>
        </pc:spChg>
        <pc:spChg chg="add del">
          <ac:chgData name="Nitish Heston" userId="2b5a9f8da2a4cf30" providerId="LiveId" clId="{F43FF20B-4B1B-44A2-B407-8B61857D23E5}" dt="2026-07-15T05:03:41.543" v="6968" actId="26606"/>
          <ac:spMkLst>
            <pc:docMk/>
            <pc:sldMk cId="4071595079" sldId="273"/>
            <ac:spMk id="14" creationId="{73ED6512-6858-4552-B699-9A97FE9A4EA2}"/>
          </ac:spMkLst>
        </pc:spChg>
        <pc:spChg chg="add del">
          <ac:chgData name="Nitish Heston" userId="2b5a9f8da2a4cf30" providerId="LiveId" clId="{F43FF20B-4B1B-44A2-B407-8B61857D23E5}" dt="2026-07-15T05:03:42.392" v="6970" actId="26606"/>
          <ac:spMkLst>
            <pc:docMk/>
            <pc:sldMk cId="4071595079" sldId="273"/>
            <ac:spMk id="16" creationId="{81CE8CA9-D6D2-4C46-8070-9566F894E53E}"/>
          </ac:spMkLst>
        </pc:spChg>
        <pc:spChg chg="add del">
          <ac:chgData name="Nitish Heston" userId="2b5a9f8da2a4cf30" providerId="LiveId" clId="{F43FF20B-4B1B-44A2-B407-8B61857D23E5}" dt="2026-07-15T05:03:44.631" v="6972" actId="26606"/>
          <ac:spMkLst>
            <pc:docMk/>
            <pc:sldMk cId="4071595079" sldId="273"/>
            <ac:spMk id="19" creationId="{BB717F82-1948-4BF5-B31E-F8E018DE40FA}"/>
          </ac:spMkLst>
        </pc:spChg>
        <pc:picChg chg="add del mod ord">
          <ac:chgData name="Nitish Heston" userId="2b5a9f8da2a4cf30" providerId="LiveId" clId="{F43FF20B-4B1B-44A2-B407-8B61857D23E5}" dt="2026-07-15T05:02:15.794" v="6891" actId="22"/>
          <ac:picMkLst>
            <pc:docMk/>
            <pc:sldMk cId="4071595079" sldId="273"/>
            <ac:picMk id="5" creationId="{5F8567F8-96A1-88FE-801D-7C69E6ED0880}"/>
          </ac:picMkLst>
        </pc:picChg>
        <pc:picChg chg="add mod">
          <ac:chgData name="Nitish Heston" userId="2b5a9f8da2a4cf30" providerId="LiveId" clId="{F43FF20B-4B1B-44A2-B407-8B61857D23E5}" dt="2026-07-15T05:18:56.436" v="7969" actId="26606"/>
          <ac:picMkLst>
            <pc:docMk/>
            <pc:sldMk cId="4071595079" sldId="273"/>
            <ac:picMk id="7" creationId="{10E51443-59C5-A46C-B9DD-CECC55763934}"/>
          </ac:picMkLst>
        </pc:picChg>
        <pc:cxnChg chg="add">
          <ac:chgData name="Nitish Heston" userId="2b5a9f8da2a4cf30" providerId="LiveId" clId="{F43FF20B-4B1B-44A2-B407-8B61857D23E5}" dt="2026-07-15T05:18:56.436" v="7969" actId="26606"/>
          <ac:cxnSpMkLst>
            <pc:docMk/>
            <pc:sldMk cId="4071595079" sldId="273"/>
            <ac:cxnSpMk id="11" creationId="{07AAE15F-6D59-4252-8427-D134C0066F97}"/>
          </ac:cxnSpMkLst>
        </pc:cxnChg>
        <pc:cxnChg chg="add del">
          <ac:chgData name="Nitish Heston" userId="2b5a9f8da2a4cf30" providerId="LiveId" clId="{F43FF20B-4B1B-44A2-B407-8B61857D23E5}" dt="2026-07-15T05:03:42.392" v="6970" actId="26606"/>
          <ac:cxnSpMkLst>
            <pc:docMk/>
            <pc:sldMk cId="4071595079" sldId="273"/>
            <ac:cxnSpMk id="17" creationId="{72B31CF5-BEC2-457D-A52F-6A5CCB066FEC}"/>
          </ac:cxnSpMkLst>
        </pc:cxnChg>
        <pc:cxnChg chg="add del">
          <ac:chgData name="Nitish Heston" userId="2b5a9f8da2a4cf30" providerId="LiveId" clId="{F43FF20B-4B1B-44A2-B407-8B61857D23E5}" dt="2026-07-15T05:03:44.631" v="6972" actId="26606"/>
          <ac:cxnSpMkLst>
            <pc:docMk/>
            <pc:sldMk cId="4071595079" sldId="273"/>
            <ac:cxnSpMk id="20" creationId="{07AAE15F-6D59-4252-8427-D134C0066F97}"/>
          </ac:cxnSpMkLst>
        </pc:cxnChg>
      </pc:sldChg>
      <pc:sldChg chg="addSp delSp modSp new mod ord setBg">
        <pc:chgData name="Nitish Heston" userId="2b5a9f8da2a4cf30" providerId="LiveId" clId="{F43FF20B-4B1B-44A2-B407-8B61857D23E5}" dt="2026-07-15T05:23:54.070" v="8322" actId="20577"/>
        <pc:sldMkLst>
          <pc:docMk/>
          <pc:sldMk cId="4259073654" sldId="274"/>
        </pc:sldMkLst>
        <pc:spChg chg="mod">
          <ac:chgData name="Nitish Heston" userId="2b5a9f8da2a4cf30" providerId="LiveId" clId="{F43FF20B-4B1B-44A2-B407-8B61857D23E5}" dt="2026-07-15T05:23:54.070" v="8322" actId="20577"/>
          <ac:spMkLst>
            <pc:docMk/>
            <pc:sldMk cId="4259073654" sldId="274"/>
            <ac:spMk id="2" creationId="{F89F24BC-8906-5E19-1EE1-77B501643C45}"/>
          </ac:spMkLst>
        </pc:spChg>
        <pc:spChg chg="mod">
          <ac:chgData name="Nitish Heston" userId="2b5a9f8da2a4cf30" providerId="LiveId" clId="{F43FF20B-4B1B-44A2-B407-8B61857D23E5}" dt="2026-07-15T05:18:46.963" v="7966" actId="26606"/>
          <ac:spMkLst>
            <pc:docMk/>
            <pc:sldMk cId="4259073654" sldId="274"/>
            <ac:spMk id="3" creationId="{6EA4ECF4-703F-5C59-A5F4-8EEA696EDCE6}"/>
          </ac:spMkLst>
        </pc:spChg>
        <pc:spChg chg="add del mod">
          <ac:chgData name="Nitish Heston" userId="2b5a9f8da2a4cf30" providerId="LiveId" clId="{F43FF20B-4B1B-44A2-B407-8B61857D23E5}" dt="2026-07-15T05:18:39.126" v="7962" actId="478"/>
          <ac:spMkLst>
            <pc:docMk/>
            <pc:sldMk cId="4259073654" sldId="274"/>
            <ac:spMk id="11" creationId="{F62E5806-A00D-C3E9-F3B8-75604E2025E4}"/>
          </ac:spMkLst>
        </pc:spChg>
        <pc:spChg chg="add del">
          <ac:chgData name="Nitish Heston" userId="2b5a9f8da2a4cf30" providerId="LiveId" clId="{F43FF20B-4B1B-44A2-B407-8B61857D23E5}" dt="2026-07-15T05:18:46.969" v="7967" actId="26606"/>
          <ac:spMkLst>
            <pc:docMk/>
            <pc:sldMk cId="4259073654" sldId="274"/>
            <ac:spMk id="16" creationId="{BB717F82-1948-4BF5-B31E-F8E018DE40FA}"/>
          </ac:spMkLst>
        </pc:spChg>
        <pc:spChg chg="add">
          <ac:chgData name="Nitish Heston" userId="2b5a9f8da2a4cf30" providerId="LiveId" clId="{F43FF20B-4B1B-44A2-B407-8B61857D23E5}" dt="2026-07-15T05:18:46.969" v="7967" actId="26606"/>
          <ac:spMkLst>
            <pc:docMk/>
            <pc:sldMk cId="4259073654" sldId="274"/>
            <ac:spMk id="20" creationId="{BB717F82-1948-4BF5-B31E-F8E018DE40FA}"/>
          </ac:spMkLst>
        </pc:spChg>
        <pc:spChg chg="add del">
          <ac:chgData name="Nitish Heston" userId="2b5a9f8da2a4cf30" providerId="LiveId" clId="{F43FF20B-4B1B-44A2-B407-8B61857D23E5}" dt="2026-07-15T05:18:45.427" v="7964" actId="26606"/>
          <ac:spMkLst>
            <pc:docMk/>
            <pc:sldMk cId="4259073654" sldId="274"/>
            <ac:spMk id="23" creationId="{81CE8CA9-D6D2-4C46-8070-9566F894E53E}"/>
          </ac:spMkLst>
        </pc:spChg>
        <pc:picChg chg="add mod">
          <ac:chgData name="Nitish Heston" userId="2b5a9f8da2a4cf30" providerId="LiveId" clId="{F43FF20B-4B1B-44A2-B407-8B61857D23E5}" dt="2026-07-15T05:18:46.963" v="7966" actId="26606"/>
          <ac:picMkLst>
            <pc:docMk/>
            <pc:sldMk cId="4259073654" sldId="274"/>
            <ac:picMk id="5" creationId="{0A2206A6-0DA1-B4C6-0328-139337D13882}"/>
          </ac:picMkLst>
        </pc:picChg>
        <pc:picChg chg="add del mod">
          <ac:chgData name="Nitish Heston" userId="2b5a9f8da2a4cf30" providerId="LiveId" clId="{F43FF20B-4B1B-44A2-B407-8B61857D23E5}" dt="2026-07-15T05:10:19.621" v="7238" actId="478"/>
          <ac:picMkLst>
            <pc:docMk/>
            <pc:sldMk cId="4259073654" sldId="274"/>
            <ac:picMk id="7" creationId="{3CE1EEE1-D3C4-C035-41B9-6E2721F12CEA}"/>
          </ac:picMkLst>
        </pc:picChg>
        <pc:picChg chg="add del">
          <ac:chgData name="Nitish Heston" userId="2b5a9f8da2a4cf30" providerId="LiveId" clId="{F43FF20B-4B1B-44A2-B407-8B61857D23E5}" dt="2026-07-15T05:10:19.085" v="7237" actId="478"/>
          <ac:picMkLst>
            <pc:docMk/>
            <pc:sldMk cId="4259073654" sldId="274"/>
            <ac:picMk id="9" creationId="{20E9DD20-4947-0296-E54F-2BDECB1CABB6}"/>
          </ac:picMkLst>
        </pc:picChg>
        <pc:cxnChg chg="add del">
          <ac:chgData name="Nitish Heston" userId="2b5a9f8da2a4cf30" providerId="LiveId" clId="{F43FF20B-4B1B-44A2-B407-8B61857D23E5}" dt="2026-07-15T05:18:46.969" v="7967" actId="26606"/>
          <ac:cxnSpMkLst>
            <pc:docMk/>
            <pc:sldMk cId="4259073654" sldId="274"/>
            <ac:cxnSpMk id="18" creationId="{07AAE15F-6D59-4252-8427-D134C0066F97}"/>
          </ac:cxnSpMkLst>
        </pc:cxnChg>
        <pc:cxnChg chg="add">
          <ac:chgData name="Nitish Heston" userId="2b5a9f8da2a4cf30" providerId="LiveId" clId="{F43FF20B-4B1B-44A2-B407-8B61857D23E5}" dt="2026-07-15T05:18:46.969" v="7967" actId="26606"/>
          <ac:cxnSpMkLst>
            <pc:docMk/>
            <pc:sldMk cId="4259073654" sldId="274"/>
            <ac:cxnSpMk id="21" creationId="{07AAE15F-6D59-4252-8427-D134C0066F97}"/>
          </ac:cxnSpMkLst>
        </pc:cxnChg>
        <pc:cxnChg chg="add del">
          <ac:chgData name="Nitish Heston" userId="2b5a9f8da2a4cf30" providerId="LiveId" clId="{F43FF20B-4B1B-44A2-B407-8B61857D23E5}" dt="2026-07-15T05:18:45.427" v="7964" actId="26606"/>
          <ac:cxnSpMkLst>
            <pc:docMk/>
            <pc:sldMk cId="4259073654" sldId="274"/>
            <ac:cxnSpMk id="25" creationId="{72B31CF5-BEC2-457D-A52F-6A5CCB066FEC}"/>
          </ac:cxnSpMkLst>
        </pc:cxnChg>
      </pc:sldChg>
      <pc:sldChg chg="new del">
        <pc:chgData name="Nitish Heston" userId="2b5a9f8da2a4cf30" providerId="LiveId" clId="{F43FF20B-4B1B-44A2-B407-8B61857D23E5}" dt="2026-07-15T05:22:46.860" v="8262" actId="47"/>
        <pc:sldMkLst>
          <pc:docMk/>
          <pc:sldMk cId="2128153219" sldId="275"/>
        </pc:sldMkLst>
      </pc:sldChg>
      <pc:sldChg chg="new del">
        <pc:chgData name="Nitish Heston" userId="2b5a9f8da2a4cf30" providerId="LiveId" clId="{F43FF20B-4B1B-44A2-B407-8B61857D23E5}" dt="2026-07-15T05:22:52.092" v="8265" actId="47"/>
        <pc:sldMkLst>
          <pc:docMk/>
          <pc:sldMk cId="2834345446" sldId="276"/>
        </pc:sldMkLst>
      </pc:sldChg>
      <pc:sldChg chg="modSp add ord modAnim">
        <pc:chgData name="Nitish Heston" userId="2b5a9f8da2a4cf30" providerId="LiveId" clId="{F43FF20B-4B1B-44A2-B407-8B61857D23E5}" dt="2026-07-15T21:29:14.111" v="8973"/>
        <pc:sldMkLst>
          <pc:docMk/>
          <pc:sldMk cId="485595570" sldId="277"/>
        </pc:sldMkLst>
        <pc:spChg chg="mod">
          <ac:chgData name="Nitish Heston" userId="2b5a9f8da2a4cf30" providerId="LiveId" clId="{F43FF20B-4B1B-44A2-B407-8B61857D23E5}" dt="2026-07-15T21:29:10.719" v="8971" actId="20577"/>
          <ac:spMkLst>
            <pc:docMk/>
            <pc:sldMk cId="485595570" sldId="277"/>
            <ac:spMk id="2" creationId="{293C743C-E28C-9C90-F97E-AB3952D019FA}"/>
          </ac:spMkLst>
        </pc:spChg>
      </pc:sldChg>
      <pc:sldChg chg="addSp delSp add del setBg delDesignElem">
        <pc:chgData name="Nitish Heston" userId="2b5a9f8da2a4cf30" providerId="LiveId" clId="{F43FF20B-4B1B-44A2-B407-8B61857D23E5}" dt="2026-07-15T05:22:27.523" v="8257"/>
        <pc:sldMkLst>
          <pc:docMk/>
          <pc:sldMk cId="730381073" sldId="277"/>
        </pc:sldMkLst>
        <pc:spChg chg="add del">
          <ac:chgData name="Nitish Heston" userId="2b5a9f8da2a4cf30" providerId="LiveId" clId="{F43FF20B-4B1B-44A2-B407-8B61857D23E5}" dt="2026-07-15T05:22:27.523" v="8257"/>
          <ac:spMkLst>
            <pc:docMk/>
            <pc:sldMk cId="730381073" sldId="277"/>
            <ac:spMk id="4" creationId="{9CADDCBB-F369-161D-78B5-FA1FA240508D}"/>
          </ac:spMkLst>
        </pc:spChg>
        <pc:spChg chg="add del">
          <ac:chgData name="Nitish Heston" userId="2b5a9f8da2a4cf30" providerId="LiveId" clId="{F43FF20B-4B1B-44A2-B407-8B61857D23E5}" dt="2026-07-15T05:22:27.523" v="8257"/>
          <ac:spMkLst>
            <pc:docMk/>
            <pc:sldMk cId="730381073" sldId="277"/>
            <ac:spMk id="6" creationId="{8A75BD45-A618-799B-F2DC-AF6BD5CDA658}"/>
          </ac:spMkLst>
        </pc:spChg>
        <pc:spChg chg="add del">
          <ac:chgData name="Nitish Heston" userId="2b5a9f8da2a4cf30" providerId="LiveId" clId="{F43FF20B-4B1B-44A2-B407-8B61857D23E5}" dt="2026-07-15T05:22:27.523" v="8257"/>
          <ac:spMkLst>
            <pc:docMk/>
            <pc:sldMk cId="730381073" sldId="277"/>
            <ac:spMk id="8" creationId="{D875A0A3-99DF-0D91-DC54-029FA4F6DEC4}"/>
          </ac:spMkLst>
        </pc:spChg>
        <pc:spChg chg="add del">
          <ac:chgData name="Nitish Heston" userId="2b5a9f8da2a4cf30" providerId="LiveId" clId="{F43FF20B-4B1B-44A2-B407-8B61857D23E5}" dt="2026-07-15T05:22:27.523" v="8257"/>
          <ac:spMkLst>
            <pc:docMk/>
            <pc:sldMk cId="730381073" sldId="277"/>
            <ac:spMk id="17" creationId="{6D0B236F-253A-11F2-9A65-B1999FA72769}"/>
          </ac:spMkLst>
        </pc:spChg>
        <pc:cxnChg chg="add del">
          <ac:chgData name="Nitish Heston" userId="2b5a9f8da2a4cf30" providerId="LiveId" clId="{F43FF20B-4B1B-44A2-B407-8B61857D23E5}" dt="2026-07-15T05:22:27.523" v="8257"/>
          <ac:cxnSpMkLst>
            <pc:docMk/>
            <pc:sldMk cId="730381073" sldId="277"/>
            <ac:cxnSpMk id="5" creationId="{01EAFD97-06AA-9240-C218-5CAC4CC3CB30}"/>
          </ac:cxnSpMkLst>
        </pc:cxnChg>
        <pc:cxnChg chg="add del">
          <ac:chgData name="Nitish Heston" userId="2b5a9f8da2a4cf30" providerId="LiveId" clId="{F43FF20B-4B1B-44A2-B407-8B61857D23E5}" dt="2026-07-15T05:22:27.523" v="8257"/>
          <ac:cxnSpMkLst>
            <pc:docMk/>
            <pc:sldMk cId="730381073" sldId="277"/>
            <ac:cxnSpMk id="10" creationId="{FEC82CC3-17D5-FAD7-B556-778C33AA68E7}"/>
          </ac:cxnSpMkLst>
        </pc:cxnChg>
      </pc:sldChg>
      <pc:sldChg chg="delSp add del setBg delDesignElem">
        <pc:chgData name="Nitish Heston" userId="2b5a9f8da2a4cf30" providerId="LiveId" clId="{F43FF20B-4B1B-44A2-B407-8B61857D23E5}" dt="2026-07-15T05:22:36.664" v="8260" actId="47"/>
        <pc:sldMkLst>
          <pc:docMk/>
          <pc:sldMk cId="2111341950" sldId="277"/>
        </pc:sldMkLst>
        <pc:spChg chg="del">
          <ac:chgData name="Nitish Heston" userId="2b5a9f8da2a4cf30" providerId="LiveId" clId="{F43FF20B-4B1B-44A2-B407-8B61857D23E5}" dt="2026-07-15T05:22:33.975" v="8259"/>
          <ac:spMkLst>
            <pc:docMk/>
            <pc:sldMk cId="2111341950" sldId="277"/>
            <ac:spMk id="7" creationId="{9E5E7410-0C51-333A-AC0A-11900924570E}"/>
          </ac:spMkLst>
        </pc:spChg>
        <pc:spChg chg="del">
          <ac:chgData name="Nitish Heston" userId="2b5a9f8da2a4cf30" providerId="LiveId" clId="{F43FF20B-4B1B-44A2-B407-8B61857D23E5}" dt="2026-07-15T05:22:33.975" v="8259"/>
          <ac:spMkLst>
            <pc:docMk/>
            <pc:sldMk cId="2111341950" sldId="277"/>
            <ac:spMk id="11" creationId="{E1736C0B-1FF0-B298-7C27-F2D321098469}"/>
          </ac:spMkLst>
        </pc:spChg>
        <pc:spChg chg="del">
          <ac:chgData name="Nitish Heston" userId="2b5a9f8da2a4cf30" providerId="LiveId" clId="{F43FF20B-4B1B-44A2-B407-8B61857D23E5}" dt="2026-07-15T05:22:33.975" v="8259"/>
          <ac:spMkLst>
            <pc:docMk/>
            <pc:sldMk cId="2111341950" sldId="277"/>
            <ac:spMk id="13" creationId="{73FDE4B7-1B0E-A05B-F477-D09CD314091C}"/>
          </ac:spMkLst>
        </pc:spChg>
        <pc:spChg chg="del">
          <ac:chgData name="Nitish Heston" userId="2b5a9f8da2a4cf30" providerId="LiveId" clId="{F43FF20B-4B1B-44A2-B407-8B61857D23E5}" dt="2026-07-15T05:22:33.975" v="8259"/>
          <ac:spMkLst>
            <pc:docMk/>
            <pc:sldMk cId="2111341950" sldId="277"/>
            <ac:spMk id="17" creationId="{EEBB771D-7A3E-9CF1-4CC0-EE1D38D2283D}"/>
          </ac:spMkLst>
        </pc:spChg>
        <pc:cxnChg chg="del">
          <ac:chgData name="Nitish Heston" userId="2b5a9f8da2a4cf30" providerId="LiveId" clId="{F43FF20B-4B1B-44A2-B407-8B61857D23E5}" dt="2026-07-15T05:22:33.975" v="8259"/>
          <ac:cxnSpMkLst>
            <pc:docMk/>
            <pc:sldMk cId="2111341950" sldId="277"/>
            <ac:cxnSpMk id="9" creationId="{643771F7-9E9B-9223-13E2-A188AC72F888}"/>
          </ac:cxnSpMkLst>
        </pc:cxnChg>
        <pc:cxnChg chg="del">
          <ac:chgData name="Nitish Heston" userId="2b5a9f8da2a4cf30" providerId="LiveId" clId="{F43FF20B-4B1B-44A2-B407-8B61857D23E5}" dt="2026-07-15T05:22:33.975" v="8259"/>
          <ac:cxnSpMkLst>
            <pc:docMk/>
            <pc:sldMk cId="2111341950" sldId="277"/>
            <ac:cxnSpMk id="15" creationId="{5A26624F-770D-6851-D3A4-22A31C4EB0F0}"/>
          </ac:cxnSpMkLst>
        </pc:cxnChg>
      </pc:sldChg>
      <pc:sldChg chg="addSp delSp modSp new mod setBg">
        <pc:chgData name="Nitish Heston" userId="2b5a9f8da2a4cf30" providerId="LiveId" clId="{F43FF20B-4B1B-44A2-B407-8B61857D23E5}" dt="2026-07-15T05:26:44.607" v="8359" actId="20577"/>
        <pc:sldMkLst>
          <pc:docMk/>
          <pc:sldMk cId="2943925354" sldId="278"/>
        </pc:sldMkLst>
        <pc:spChg chg="mod">
          <ac:chgData name="Nitish Heston" userId="2b5a9f8da2a4cf30" providerId="LiveId" clId="{F43FF20B-4B1B-44A2-B407-8B61857D23E5}" dt="2026-07-15T05:26:28.972" v="8356" actId="26606"/>
          <ac:spMkLst>
            <pc:docMk/>
            <pc:sldMk cId="2943925354" sldId="278"/>
            <ac:spMk id="2" creationId="{BCC63BB7-ACB9-3FF2-3D33-82A85C339E22}"/>
          </ac:spMkLst>
        </pc:spChg>
        <pc:spChg chg="del">
          <ac:chgData name="Nitish Heston" userId="2b5a9f8da2a4cf30" providerId="LiveId" clId="{F43FF20B-4B1B-44A2-B407-8B61857D23E5}" dt="2026-07-15T05:25:34.315" v="8348" actId="478"/>
          <ac:spMkLst>
            <pc:docMk/>
            <pc:sldMk cId="2943925354" sldId="278"/>
            <ac:spMk id="3" creationId="{E19C4D32-BCF9-0ED5-EF03-DC78576D6543}"/>
          </ac:spMkLst>
        </pc:spChg>
        <pc:spChg chg="add mod">
          <ac:chgData name="Nitish Heston" userId="2b5a9f8da2a4cf30" providerId="LiveId" clId="{F43FF20B-4B1B-44A2-B407-8B61857D23E5}" dt="2026-07-15T05:26:44.607" v="8359" actId="20577"/>
          <ac:spMkLst>
            <pc:docMk/>
            <pc:sldMk cId="2943925354" sldId="278"/>
            <ac:spMk id="6" creationId="{7A5C9915-639B-F899-999F-5E43F34762D5}"/>
          </ac:spMkLst>
        </pc:spChg>
        <pc:spChg chg="add">
          <ac:chgData name="Nitish Heston" userId="2b5a9f8da2a4cf30" providerId="LiveId" clId="{F43FF20B-4B1B-44A2-B407-8B61857D23E5}" dt="2026-07-15T05:26:28.972" v="8356" actId="26606"/>
          <ac:spMkLst>
            <pc:docMk/>
            <pc:sldMk cId="2943925354" sldId="278"/>
            <ac:spMk id="11" creationId="{BB717F82-1948-4BF5-B31E-F8E018DE40FA}"/>
          </ac:spMkLst>
        </pc:spChg>
        <pc:picChg chg="add mod ord">
          <ac:chgData name="Nitish Heston" userId="2b5a9f8da2a4cf30" providerId="LiveId" clId="{F43FF20B-4B1B-44A2-B407-8B61857D23E5}" dt="2026-07-15T05:26:28.972" v="8356" actId="26606"/>
          <ac:picMkLst>
            <pc:docMk/>
            <pc:sldMk cId="2943925354" sldId="278"/>
            <ac:picMk id="5" creationId="{BB767CCF-AB9B-27BD-9DF1-5359ED803483}"/>
          </ac:picMkLst>
        </pc:picChg>
        <pc:cxnChg chg="add">
          <ac:chgData name="Nitish Heston" userId="2b5a9f8da2a4cf30" providerId="LiveId" clId="{F43FF20B-4B1B-44A2-B407-8B61857D23E5}" dt="2026-07-15T05:26:28.972" v="8356" actId="26606"/>
          <ac:cxnSpMkLst>
            <pc:docMk/>
            <pc:sldMk cId="2943925354" sldId="278"/>
            <ac:cxnSpMk id="13" creationId="{07AAE15F-6D59-4252-8427-D134C0066F97}"/>
          </ac:cxnSpMkLst>
        </pc:cxnChg>
      </pc:sldChg>
      <pc:sldChg chg="addSp modSp new mod setBg">
        <pc:chgData name="Nitish Heston" userId="2b5a9f8da2a4cf30" providerId="LiveId" clId="{F43FF20B-4B1B-44A2-B407-8B61857D23E5}" dt="2026-07-15T21:24:52.107" v="8725" actId="20577"/>
        <pc:sldMkLst>
          <pc:docMk/>
          <pc:sldMk cId="987958510" sldId="279"/>
        </pc:sldMkLst>
        <pc:spChg chg="mod">
          <ac:chgData name="Nitish Heston" userId="2b5a9f8da2a4cf30" providerId="LiveId" clId="{F43FF20B-4B1B-44A2-B407-8B61857D23E5}" dt="2026-07-15T05:30:14.188" v="8625" actId="26606"/>
          <ac:spMkLst>
            <pc:docMk/>
            <pc:sldMk cId="987958510" sldId="279"/>
            <ac:spMk id="2" creationId="{148A5A2B-1FBC-99CB-EB5B-3C246644CEE2}"/>
          </ac:spMkLst>
        </pc:spChg>
        <pc:spChg chg="mod">
          <ac:chgData name="Nitish Heston" userId="2b5a9f8da2a4cf30" providerId="LiveId" clId="{F43FF20B-4B1B-44A2-B407-8B61857D23E5}" dt="2026-07-15T21:24:52.107" v="8725" actId="20577"/>
          <ac:spMkLst>
            <pc:docMk/>
            <pc:sldMk cId="987958510" sldId="279"/>
            <ac:spMk id="3" creationId="{3699E864-72BA-C3F1-262D-A048E36C9A1E}"/>
          </ac:spMkLst>
        </pc:spChg>
        <pc:spChg chg="add">
          <ac:chgData name="Nitish Heston" userId="2b5a9f8da2a4cf30" providerId="LiveId" clId="{F43FF20B-4B1B-44A2-B407-8B61857D23E5}" dt="2026-07-15T05:30:14.188" v="8625" actId="26606"/>
          <ac:spMkLst>
            <pc:docMk/>
            <pc:sldMk cId="987958510" sldId="279"/>
            <ac:spMk id="10" creationId="{8880BE9B-2849-495A-AB0E-E80D71B324A8}"/>
          </ac:spMkLst>
        </pc:spChg>
        <pc:picChg chg="add mod">
          <ac:chgData name="Nitish Heston" userId="2b5a9f8da2a4cf30" providerId="LiveId" clId="{F43FF20B-4B1B-44A2-B407-8B61857D23E5}" dt="2026-07-15T05:30:19.537" v="8626" actId="14100"/>
          <ac:picMkLst>
            <pc:docMk/>
            <pc:sldMk cId="987958510" sldId="279"/>
            <ac:picMk id="5" creationId="{875D1FA9-E249-847D-76EF-8A2DB3F60ABE}"/>
          </ac:picMkLst>
        </pc:picChg>
      </pc:sldChg>
      <pc:sldChg chg="delSp add del setBg delDesignElem">
        <pc:chgData name="Nitish Heston" userId="2b5a9f8da2a4cf30" providerId="LiveId" clId="{F43FF20B-4B1B-44A2-B407-8B61857D23E5}" dt="2026-07-15T05:25:42.763" v="8351" actId="47"/>
        <pc:sldMkLst>
          <pc:docMk/>
          <pc:sldMk cId="2869500634" sldId="279"/>
        </pc:sldMkLst>
        <pc:spChg chg="del">
          <ac:chgData name="Nitish Heston" userId="2b5a9f8da2a4cf30" providerId="LiveId" clId="{F43FF20B-4B1B-44A2-B407-8B61857D23E5}" dt="2026-07-15T05:25:40.685" v="8350"/>
          <ac:spMkLst>
            <pc:docMk/>
            <pc:sldMk cId="2869500634" sldId="279"/>
            <ac:spMk id="7" creationId="{3C0398F6-2407-CBC3-47CF-367AE08B4AA2}"/>
          </ac:spMkLst>
        </pc:spChg>
        <pc:spChg chg="del">
          <ac:chgData name="Nitish Heston" userId="2b5a9f8da2a4cf30" providerId="LiveId" clId="{F43FF20B-4B1B-44A2-B407-8B61857D23E5}" dt="2026-07-15T05:25:40.685" v="8350"/>
          <ac:spMkLst>
            <pc:docMk/>
            <pc:sldMk cId="2869500634" sldId="279"/>
            <ac:spMk id="11" creationId="{FAB5C80E-CC8B-22E1-3B02-3DF24537216B}"/>
          </ac:spMkLst>
        </pc:spChg>
        <pc:spChg chg="del">
          <ac:chgData name="Nitish Heston" userId="2b5a9f8da2a4cf30" providerId="LiveId" clId="{F43FF20B-4B1B-44A2-B407-8B61857D23E5}" dt="2026-07-15T05:25:40.685" v="8350"/>
          <ac:spMkLst>
            <pc:docMk/>
            <pc:sldMk cId="2869500634" sldId="279"/>
            <ac:spMk id="13" creationId="{56239C3F-EA8B-3643-B0BA-69A63FE92146}"/>
          </ac:spMkLst>
        </pc:spChg>
        <pc:spChg chg="del">
          <ac:chgData name="Nitish Heston" userId="2b5a9f8da2a4cf30" providerId="LiveId" clId="{F43FF20B-4B1B-44A2-B407-8B61857D23E5}" dt="2026-07-15T05:25:40.685" v="8350"/>
          <ac:spMkLst>
            <pc:docMk/>
            <pc:sldMk cId="2869500634" sldId="279"/>
            <ac:spMk id="17" creationId="{6CF9439A-E0CC-6E40-593A-F72806DAE5CB}"/>
          </ac:spMkLst>
        </pc:spChg>
        <pc:cxnChg chg="del">
          <ac:chgData name="Nitish Heston" userId="2b5a9f8da2a4cf30" providerId="LiveId" clId="{F43FF20B-4B1B-44A2-B407-8B61857D23E5}" dt="2026-07-15T05:25:40.685" v="8350"/>
          <ac:cxnSpMkLst>
            <pc:docMk/>
            <pc:sldMk cId="2869500634" sldId="279"/>
            <ac:cxnSpMk id="9" creationId="{E3584A5E-8EAB-4B31-78DA-A491877DC73F}"/>
          </ac:cxnSpMkLst>
        </pc:cxnChg>
        <pc:cxnChg chg="del">
          <ac:chgData name="Nitish Heston" userId="2b5a9f8da2a4cf30" providerId="LiveId" clId="{F43FF20B-4B1B-44A2-B407-8B61857D23E5}" dt="2026-07-15T05:25:40.685" v="8350"/>
          <ac:cxnSpMkLst>
            <pc:docMk/>
            <pc:sldMk cId="2869500634" sldId="279"/>
            <ac:cxnSpMk id="15" creationId="{6A114CE8-BF39-3E2C-E13F-86C3A2D925EA}"/>
          </ac:cxnSpMkLst>
        </pc:cxnChg>
      </pc:sldChg>
      <pc:sldChg chg="modSp new del mod">
        <pc:chgData name="Nitish Heston" userId="2b5a9f8da2a4cf30" providerId="LiveId" clId="{F43FF20B-4B1B-44A2-B407-8B61857D23E5}" dt="2026-07-15T21:29:04.464" v="8964" actId="47"/>
        <pc:sldMkLst>
          <pc:docMk/>
          <pc:sldMk cId="3157052741" sldId="280"/>
        </pc:sldMkLst>
        <pc:spChg chg="mod">
          <ac:chgData name="Nitish Heston" userId="2b5a9f8da2a4cf30" providerId="LiveId" clId="{F43FF20B-4B1B-44A2-B407-8B61857D23E5}" dt="2026-07-15T21:27:52.416" v="8889" actId="20577"/>
          <ac:spMkLst>
            <pc:docMk/>
            <pc:sldMk cId="3157052741" sldId="280"/>
            <ac:spMk id="2" creationId="{97720A73-3955-49D4-526E-6A902860623A}"/>
          </ac:spMkLst>
        </pc:spChg>
        <pc:spChg chg="mod">
          <ac:chgData name="Nitish Heston" userId="2b5a9f8da2a4cf30" providerId="LiveId" clId="{F43FF20B-4B1B-44A2-B407-8B61857D23E5}" dt="2026-07-15T21:28:46.067" v="8955" actId="21"/>
          <ac:spMkLst>
            <pc:docMk/>
            <pc:sldMk cId="3157052741" sldId="280"/>
            <ac:spMk id="3" creationId="{82CD0B27-3290-A975-4DB0-9AB6B48D392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46BB3D-6DA0-403F-AD84-FB9D1367F8FF}" type="datetimeFigureOut">
              <a:rPr lang="en-CA" smtClean="0"/>
              <a:t>2026-07-15</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32E1362-C21D-4112-B767-F0F02BF7CB51}" type="slidenum">
              <a:rPr lang="en-CA" smtClean="0"/>
              <a:t>‹#›</a:t>
            </a:fld>
            <a:endParaRPr lang="en-CA"/>
          </a:p>
        </p:txBody>
      </p:sp>
    </p:spTree>
    <p:extLst>
      <p:ext uri="{BB962C8B-B14F-4D97-AF65-F5344CB8AC3E}">
        <p14:creationId xmlns:p14="http://schemas.microsoft.com/office/powerpoint/2010/main" val="165694813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332E1362-C21D-4112-B767-F0F02BF7CB51}" type="slidenum">
              <a:rPr lang="en-CA" smtClean="0"/>
              <a:t>7</a:t>
            </a:fld>
            <a:endParaRPr lang="en-CA"/>
          </a:p>
        </p:txBody>
      </p:sp>
    </p:spTree>
    <p:extLst>
      <p:ext uri="{BB962C8B-B14F-4D97-AF65-F5344CB8AC3E}">
        <p14:creationId xmlns:p14="http://schemas.microsoft.com/office/powerpoint/2010/main" val="27595508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0000"/>
                    <a:lumOff val="10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3E5567D5-19D1-4449-B701-91F8EBD93403}" type="datetimeFigureOut">
              <a:rPr lang="en-CA" smtClean="0"/>
              <a:t>2026-07-15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17FA29E-A64D-4465-B9D0-4823A00F9014}" type="slidenum">
              <a:rPr lang="en-CA" smtClean="0"/>
              <a:t>‹#›</a:t>
            </a:fld>
            <a:endParaRPr lang="en-CA"/>
          </a:p>
        </p:txBody>
      </p:sp>
      <p:cxnSp>
        <p:nvCxnSpPr>
          <p:cNvPr id="8" name="Straight Connector 7"/>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09245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5567D5-19D1-4449-B701-91F8EBD93403}" type="datetimeFigureOut">
              <a:rPr lang="en-CA" smtClean="0"/>
              <a:t>2026-07-15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17FA29E-A64D-4465-B9D0-4823A00F9014}" type="slidenum">
              <a:rPr lang="en-CA" smtClean="0"/>
              <a:t>‹#›</a:t>
            </a:fld>
            <a:endParaRPr lang="en-CA"/>
          </a:p>
        </p:txBody>
      </p:sp>
    </p:spTree>
    <p:extLst>
      <p:ext uri="{BB962C8B-B14F-4D97-AF65-F5344CB8AC3E}">
        <p14:creationId xmlns:p14="http://schemas.microsoft.com/office/powerpoint/2010/main" val="3258933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12192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E5567D5-19D1-4449-B701-91F8EBD93403}" type="datetimeFigureOut">
              <a:rPr lang="en-CA" smtClean="0"/>
              <a:t>2026-07-15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17FA29E-A64D-4465-B9D0-4823A00F9014}" type="slidenum">
              <a:rPr lang="en-CA" smtClean="0"/>
              <a:t>‹#›</a:t>
            </a:fld>
            <a:endParaRPr lang="en-CA"/>
          </a:p>
        </p:txBody>
      </p:sp>
      <p:cxnSp>
        <p:nvCxnSpPr>
          <p:cNvPr id="8" name="Straight Connector 7"/>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14367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8"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E5567D5-19D1-4449-B701-91F8EBD93403}" type="datetimeFigureOut">
              <a:rPr lang="en-CA" smtClean="0"/>
              <a:t>2026-07-15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17FA29E-A64D-4465-B9D0-4823A00F9014}" type="slidenum">
              <a:rPr lang="en-CA" smtClean="0"/>
              <a:t>‹#›</a:t>
            </a:fld>
            <a:endParaRPr lang="en-CA"/>
          </a:p>
        </p:txBody>
      </p:sp>
    </p:spTree>
    <p:extLst>
      <p:ext uri="{BB962C8B-B14F-4D97-AF65-F5344CB8AC3E}">
        <p14:creationId xmlns:p14="http://schemas.microsoft.com/office/powerpoint/2010/main" val="3449101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2">
                    <a:lumMod val="75000"/>
                  </a:schemeClr>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89320"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2">
                    <a:lumMod val="75000"/>
                  </a:schemeClr>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89320" y="2967788"/>
            <a:ext cx="4754880" cy="3341572"/>
          </a:xfrm>
        </p:spPr>
        <p:txBody>
          <a:bodyPr lIns="45720" rIns="4572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E5567D5-19D1-4449-B701-91F8EBD93403}" type="datetimeFigureOut">
              <a:rPr lang="en-CA" smtClean="0"/>
              <a:t>2026-07-15</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617FA29E-A64D-4465-B9D0-4823A00F9014}" type="slidenum">
              <a:rPr lang="en-CA" smtClean="0"/>
              <a:t>‹#›</a:t>
            </a:fld>
            <a:endParaRPr lang="en-CA"/>
          </a:p>
        </p:txBody>
      </p:sp>
    </p:spTree>
    <p:extLst>
      <p:ext uri="{BB962C8B-B14F-4D97-AF65-F5344CB8AC3E}">
        <p14:creationId xmlns:p14="http://schemas.microsoft.com/office/powerpoint/2010/main" val="16822431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E5567D5-19D1-4449-B701-91F8EBD93403}" type="datetimeFigureOut">
              <a:rPr lang="en-CA" smtClean="0"/>
              <a:t>2026-07-15</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617FA29E-A64D-4465-B9D0-4823A00F9014}" type="slidenum">
              <a:rPr lang="en-CA" smtClean="0"/>
              <a:t>‹#›</a:t>
            </a:fld>
            <a:endParaRPr lang="en-CA"/>
          </a:p>
        </p:txBody>
      </p:sp>
    </p:spTree>
    <p:extLst>
      <p:ext uri="{BB962C8B-B14F-4D97-AF65-F5344CB8AC3E}">
        <p14:creationId xmlns:p14="http://schemas.microsoft.com/office/powerpoint/2010/main" val="31626868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E5567D5-19D1-4449-B701-91F8EBD93403}" type="datetimeFigureOut">
              <a:rPr lang="en-CA" smtClean="0"/>
              <a:t>2026-07-15</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617FA29E-A64D-4465-B9D0-4823A00F9014}" type="slidenum">
              <a:rPr lang="en-CA" smtClean="0"/>
              <a:t>‹#›</a:t>
            </a:fld>
            <a:endParaRPr lang="en-CA"/>
          </a:p>
        </p:txBody>
      </p:sp>
    </p:spTree>
    <p:extLst>
      <p:ext uri="{BB962C8B-B14F-4D97-AF65-F5344CB8AC3E}">
        <p14:creationId xmlns:p14="http://schemas.microsoft.com/office/powerpoint/2010/main" val="4409478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5567D5-19D1-4449-B701-91F8EBD93403}" type="datetimeFigureOut">
              <a:rPr lang="en-CA" smtClean="0"/>
              <a:t>2026-07-15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17FA29E-A64D-4465-B9D0-4823A00F9014}" type="slidenum">
              <a:rPr lang="en-CA" smtClean="0"/>
              <a:t>‹#›</a:t>
            </a:fld>
            <a:endParaRPr lang="en-CA"/>
          </a:p>
        </p:txBody>
      </p:sp>
    </p:spTree>
    <p:extLst>
      <p:ext uri="{BB962C8B-B14F-4D97-AF65-F5344CB8AC3E}">
        <p14:creationId xmlns:p14="http://schemas.microsoft.com/office/powerpoint/2010/main" val="41700251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2">
              <a:lumMod val="60000"/>
              <a:lumOff val="40000"/>
            </a:schemeClr>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0000"/>
                    <a:lumOff val="10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E5567D5-19D1-4449-B701-91F8EBD93403}" type="datetimeFigureOut">
              <a:rPr lang="en-CA" smtClean="0"/>
              <a:t>2026-07-15</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617FA29E-A64D-4465-B9D0-4823A00F9014}" type="slidenum">
              <a:rPr lang="en-CA" smtClean="0"/>
              <a:t>‹#›</a:t>
            </a:fld>
            <a:endParaRPr lang="en-CA"/>
          </a:p>
        </p:txBody>
      </p:sp>
      <p:cxnSp>
        <p:nvCxnSpPr>
          <p:cNvPr id="9" name="Straight Connector 8"/>
          <p:cNvCxnSpPr/>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09259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5567D5-19D1-4449-B701-91F8EBD93403}" type="datetimeFigureOut">
              <a:rPr lang="en-CA" smtClean="0"/>
              <a:t>2026-07-15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17FA29E-A64D-4465-B9D0-4823A00F9014}" type="slidenum">
              <a:rPr lang="en-CA" smtClean="0"/>
              <a:t>‹#›</a:t>
            </a:fld>
            <a:endParaRPr lang="en-CA"/>
          </a:p>
        </p:txBody>
      </p:sp>
    </p:spTree>
    <p:extLst>
      <p:ext uri="{BB962C8B-B14F-4D97-AF65-F5344CB8AC3E}">
        <p14:creationId xmlns:p14="http://schemas.microsoft.com/office/powerpoint/2010/main" val="581224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0"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E5567D5-19D1-4449-B701-91F8EBD93403}" type="datetimeFigureOut">
              <a:rPr lang="en-CA" smtClean="0"/>
              <a:t>2026-07-15</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617FA29E-A64D-4465-B9D0-4823A00F9014}" type="slidenum">
              <a:rPr lang="en-CA" smtClean="0"/>
              <a:t>‹#›</a:t>
            </a:fld>
            <a:endParaRPr lang="en-CA"/>
          </a:p>
        </p:txBody>
      </p:sp>
      <p:cxnSp>
        <p:nvCxnSpPr>
          <p:cNvPr id="7" name="Straight Connector 6"/>
          <p:cNvCxnSpPr/>
          <p:nvPr/>
        </p:nvCxnSpPr>
        <p:spPr>
          <a:xfrm rot="5400000" flipV="1">
            <a:off x="10058400" y="59263"/>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131216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1"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8" y="6470704"/>
            <a:ext cx="2154142"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3E5567D5-19D1-4449-B701-91F8EBD93403}" type="datetimeFigureOut">
              <a:rPr lang="en-CA" smtClean="0"/>
              <a:t>2026-07-15</a:t>
            </a:fld>
            <a:endParaRPr lang="en-CA"/>
          </a:p>
        </p:txBody>
      </p:sp>
      <p:sp>
        <p:nvSpPr>
          <p:cNvPr id="5" name="Footer Placeholder 4"/>
          <p:cNvSpPr>
            <a:spLocks noGrp="1"/>
          </p:cNvSpPr>
          <p:nvPr>
            <p:ph type="ftr" sz="quarter" idx="3"/>
          </p:nvPr>
        </p:nvSpPr>
        <p:spPr>
          <a:xfrm>
            <a:off x="4842932" y="6470704"/>
            <a:ext cx="5901458"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CA"/>
          </a:p>
        </p:txBody>
      </p:sp>
      <p:sp>
        <p:nvSpPr>
          <p:cNvPr id="6" name="Slide Number Placeholder 5"/>
          <p:cNvSpPr>
            <a:spLocks noGrp="1"/>
          </p:cNvSpPr>
          <p:nvPr>
            <p:ph type="sldNum" sz="quarter" idx="4"/>
          </p:nvPr>
        </p:nvSpPr>
        <p:spPr>
          <a:xfrm>
            <a:off x="10837334" y="6470704"/>
            <a:ext cx="973666"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617FA29E-A64D-4465-B9D0-4823A00F9014}" type="slidenum">
              <a:rPr lang="en-CA" smtClean="0"/>
              <a:t>‹#›</a:t>
            </a:fld>
            <a:endParaRPr lang="en-CA"/>
          </a:p>
        </p:txBody>
      </p:sp>
      <p:cxnSp>
        <p:nvCxnSpPr>
          <p:cNvPr id="7" name="Straight Connector 6"/>
          <p:cNvCxnSpPr/>
          <p:nvPr/>
        </p:nvCxnSpPr>
        <p:spPr>
          <a:xfrm flipV="1">
            <a:off x="7620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24535273"/>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defTabSz="914400" rtl="0" eaLnBrk="1" latinLnBrk="0" hangingPunct="1">
        <a:lnSpc>
          <a:spcPct val="80000"/>
        </a:lnSpc>
        <a:spcBef>
          <a:spcPct val="0"/>
        </a:spcBef>
        <a:buNone/>
        <a:defRPr sz="5000" kern="1200" cap="all" spc="100" baseline="0">
          <a:solidFill>
            <a:schemeClr val="tx1">
              <a:lumMod val="90000"/>
              <a:lumOff val="10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2"/>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github.com/AstroAtomic" TargetMode="External"/><Relationship Id="rId2" Type="http://schemas.openxmlformats.org/officeDocument/2006/relationships/hyperlink" Target="https://www.linkedin.com/in/nitishjosonterancejoeheston/" TargetMode="External"/><Relationship Id="rId1" Type="http://schemas.openxmlformats.org/officeDocument/2006/relationships/slideLayout" Target="../slideLayouts/slideLayout2.xml"/><Relationship Id="rId4" Type="http://schemas.openxmlformats.org/officeDocument/2006/relationships/hyperlink" Target="https://codeforces.com/profile/joson1005"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kaggle.com/datasets/ihmstefanini/industrial-safety-and-health-analytics-database?select=IHMStefanini_industrial_safety_and_health_database.csv" TargetMode="External"/><Relationship Id="rId2" Type="http://schemas.openxmlformats.org/officeDocument/2006/relationships/hyperlink" Target="https://www.kaggle.com/organizations/ihmstefanini"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55F40173-F096-49CC-A730-A2DF1F04E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806CEF0B-5733-482C-9868-4C57AF79D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103CD1-BC81-7D7C-B918-7E5E45E448A1}"/>
              </a:ext>
            </a:extLst>
          </p:cNvPr>
          <p:cNvSpPr>
            <a:spLocks noGrp="1"/>
          </p:cNvSpPr>
          <p:nvPr>
            <p:ph type="ctrTitle"/>
          </p:nvPr>
        </p:nvSpPr>
        <p:spPr>
          <a:xfrm>
            <a:off x="634276" y="640080"/>
            <a:ext cx="4208656" cy="3034857"/>
          </a:xfrm>
        </p:spPr>
        <p:txBody>
          <a:bodyPr anchor="b">
            <a:normAutofit/>
          </a:bodyPr>
          <a:lstStyle/>
          <a:p>
            <a:r>
              <a:rPr lang="en-US" sz="4400">
                <a:solidFill>
                  <a:srgbClr val="FFFFFF"/>
                </a:solidFill>
              </a:rPr>
              <a:t>Industrial Safety and Health</a:t>
            </a:r>
            <a:endParaRPr lang="en-CA" sz="4400">
              <a:solidFill>
                <a:srgbClr val="FFFFFF"/>
              </a:solidFill>
            </a:endParaRPr>
          </a:p>
        </p:txBody>
      </p:sp>
      <p:sp>
        <p:nvSpPr>
          <p:cNvPr id="3" name="Subtitle 2">
            <a:extLst>
              <a:ext uri="{FF2B5EF4-FFF2-40B4-BE49-F238E27FC236}">
                <a16:creationId xmlns:a16="http://schemas.microsoft.com/office/drawing/2014/main" id="{63C73CD4-1AB7-C6E3-B80C-CD6B769D05A0}"/>
              </a:ext>
            </a:extLst>
          </p:cNvPr>
          <p:cNvSpPr>
            <a:spLocks noGrp="1"/>
          </p:cNvSpPr>
          <p:nvPr>
            <p:ph type="subTitle" idx="1"/>
          </p:nvPr>
        </p:nvSpPr>
        <p:spPr>
          <a:xfrm>
            <a:off x="638921" y="3849539"/>
            <a:ext cx="4204012" cy="2359417"/>
          </a:xfrm>
        </p:spPr>
        <p:txBody>
          <a:bodyPr anchor="t">
            <a:normAutofit/>
          </a:bodyPr>
          <a:lstStyle/>
          <a:p>
            <a:pPr algn="r"/>
            <a:r>
              <a:rPr lang="en-US" sz="1600">
                <a:solidFill>
                  <a:srgbClr val="FFFFFF"/>
                </a:solidFill>
              </a:rPr>
              <a:t>Report made by Nitish T.</a:t>
            </a:r>
            <a:endParaRPr lang="en-CA" sz="1600">
              <a:solidFill>
                <a:srgbClr val="FFFFFF"/>
              </a:solidFill>
            </a:endParaRPr>
          </a:p>
        </p:txBody>
      </p:sp>
      <p:cxnSp>
        <p:nvCxnSpPr>
          <p:cNvPr id="25" name="Straight Connector 24">
            <a:extLst>
              <a:ext uri="{FF2B5EF4-FFF2-40B4-BE49-F238E27FC236}">
                <a16:creationId xmlns:a16="http://schemas.microsoft.com/office/drawing/2014/main" id="{FC5D3B4D-9BAC-482B-A34B-01BB35CB53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pic>
        <p:nvPicPr>
          <p:cNvPr id="16" name="Picture 15" descr="Construction work tools">
            <a:extLst>
              <a:ext uri="{FF2B5EF4-FFF2-40B4-BE49-F238E27FC236}">
                <a16:creationId xmlns:a16="http://schemas.microsoft.com/office/drawing/2014/main" id="{A74B79B3-CCF6-5E26-40DE-F26A446FD13F}"/>
              </a:ext>
            </a:extLst>
          </p:cNvPr>
          <p:cNvPicPr>
            <a:picLocks noChangeAspect="1"/>
          </p:cNvPicPr>
          <p:nvPr/>
        </p:nvPicPr>
        <p:blipFill>
          <a:blip r:embed="rId2"/>
          <a:srcRect l="30630" r="24068" b="-1"/>
          <a:stretch>
            <a:fillRect/>
          </a:stretch>
        </p:blipFill>
        <p:spPr>
          <a:xfrm>
            <a:off x="6932634" y="640080"/>
            <a:ext cx="3786202" cy="5578816"/>
          </a:xfrm>
          <a:prstGeom prst="rect">
            <a:avLst/>
          </a:prstGeom>
        </p:spPr>
      </p:pic>
    </p:spTree>
    <p:extLst>
      <p:ext uri="{BB962C8B-B14F-4D97-AF65-F5344CB8AC3E}">
        <p14:creationId xmlns:p14="http://schemas.microsoft.com/office/powerpoint/2010/main" val="1259707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1E936-54D3-3976-3735-A42EC56CB6C6}"/>
              </a:ext>
            </a:extLst>
          </p:cNvPr>
          <p:cNvSpPr>
            <a:spLocks noGrp="1"/>
          </p:cNvSpPr>
          <p:nvPr>
            <p:ph type="title"/>
          </p:nvPr>
        </p:nvSpPr>
        <p:spPr/>
        <p:txBody>
          <a:bodyPr/>
          <a:lstStyle/>
          <a:p>
            <a:r>
              <a:rPr lang="en-CA" dirty="0"/>
              <a:t>Author Information</a:t>
            </a:r>
          </a:p>
        </p:txBody>
      </p:sp>
      <p:sp>
        <p:nvSpPr>
          <p:cNvPr id="3" name="Content Placeholder 2">
            <a:extLst>
              <a:ext uri="{FF2B5EF4-FFF2-40B4-BE49-F238E27FC236}">
                <a16:creationId xmlns:a16="http://schemas.microsoft.com/office/drawing/2014/main" id="{05C6F465-5AC7-7070-D9AE-E1240507DDCD}"/>
              </a:ext>
            </a:extLst>
          </p:cNvPr>
          <p:cNvSpPr>
            <a:spLocks noGrp="1"/>
          </p:cNvSpPr>
          <p:nvPr>
            <p:ph idx="1"/>
          </p:nvPr>
        </p:nvSpPr>
        <p:spPr/>
        <p:txBody>
          <a:bodyPr/>
          <a:lstStyle/>
          <a:p>
            <a:r>
              <a:rPr lang="en-CA" dirty="0"/>
              <a:t>LinkedIn: </a:t>
            </a:r>
            <a:r>
              <a:rPr lang="en-CA" dirty="0">
                <a:hlinkClick r:id="rId2"/>
              </a:rPr>
              <a:t>Nitish Joson Terance Joe Heston | LinkedIn</a:t>
            </a:r>
            <a:endParaRPr lang="en-CA" dirty="0"/>
          </a:p>
          <a:p>
            <a:r>
              <a:rPr lang="en-CA" dirty="0"/>
              <a:t>GitHub: </a:t>
            </a:r>
            <a:r>
              <a:rPr lang="en-CA" dirty="0" err="1">
                <a:hlinkClick r:id="rId3"/>
              </a:rPr>
              <a:t>AstroAtomic</a:t>
            </a:r>
            <a:r>
              <a:rPr lang="en-CA" dirty="0">
                <a:hlinkClick r:id="rId3"/>
              </a:rPr>
              <a:t> (Nitish Joson Terance Joe Heston)</a:t>
            </a:r>
            <a:endParaRPr lang="en-CA" dirty="0"/>
          </a:p>
          <a:p>
            <a:r>
              <a:rPr lang="en-CA" dirty="0"/>
              <a:t>Codeforces: </a:t>
            </a:r>
            <a:r>
              <a:rPr lang="en-CA" dirty="0">
                <a:hlinkClick r:id="rId4"/>
              </a:rPr>
              <a:t>https://codeforces.com/profile/joson1005</a:t>
            </a:r>
            <a:r>
              <a:rPr lang="en-CA" dirty="0"/>
              <a:t> </a:t>
            </a:r>
          </a:p>
        </p:txBody>
      </p:sp>
    </p:spTree>
    <p:extLst>
      <p:ext uri="{BB962C8B-B14F-4D97-AF65-F5344CB8AC3E}">
        <p14:creationId xmlns:p14="http://schemas.microsoft.com/office/powerpoint/2010/main" val="14453760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1E7C082-5B81-400A-A1DE-7CA9F26ED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cxnSp>
        <p:nvCxnSpPr>
          <p:cNvPr id="5" name="Straight Connector 4">
            <a:extLst>
              <a:ext uri="{FF2B5EF4-FFF2-40B4-BE49-F238E27FC236}">
                <a16:creationId xmlns:a16="http://schemas.microsoft.com/office/drawing/2014/main" id="{08D54232-CDE1-4B53-B430-AB82206F6B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47E47667-8CE3-466C-B745-9411E1CE3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BDF44D33-97EB-4277-B538-B458E3FD1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258" y="620720"/>
            <a:ext cx="7315732" cy="55931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2C1598-C15E-E7F1-8438-A2C29263CB2C}"/>
              </a:ext>
            </a:extLst>
          </p:cNvPr>
          <p:cNvSpPr>
            <a:spLocks noGrp="1"/>
          </p:cNvSpPr>
          <p:nvPr>
            <p:ph type="title"/>
          </p:nvPr>
        </p:nvSpPr>
        <p:spPr>
          <a:xfrm>
            <a:off x="1079946" y="1105351"/>
            <a:ext cx="6420707" cy="3023981"/>
          </a:xfrm>
        </p:spPr>
        <p:txBody>
          <a:bodyPr vert="horz" lIns="91440" tIns="45720" rIns="91440" bIns="45720" rtlCol="0" anchor="b">
            <a:normAutofit/>
          </a:bodyPr>
          <a:lstStyle/>
          <a:p>
            <a:r>
              <a:rPr lang="en-US" sz="4800" spc="200">
                <a:solidFill>
                  <a:srgbClr val="FFFFFF"/>
                </a:solidFill>
              </a:rPr>
              <a:t>Introduction</a:t>
            </a:r>
          </a:p>
        </p:txBody>
      </p:sp>
      <p:cxnSp>
        <p:nvCxnSpPr>
          <p:cNvPr id="10" name="Straight Connector 9">
            <a:extLst>
              <a:ext uri="{FF2B5EF4-FFF2-40B4-BE49-F238E27FC236}">
                <a16:creationId xmlns:a16="http://schemas.microsoft.com/office/drawing/2014/main" id="{11534F52-E710-4998-921B-6147812C18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9946"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9D0A23D-BBDB-4BEA-8515-A7D0DF9B3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6334" y="620720"/>
            <a:ext cx="3425490" cy="55931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83887994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CACBD-C008-BB80-72DC-A50EB9547C6F}"/>
              </a:ext>
            </a:extLst>
          </p:cNvPr>
          <p:cNvSpPr>
            <a:spLocks noGrp="1"/>
          </p:cNvSpPr>
          <p:nvPr>
            <p:ph type="title"/>
          </p:nvPr>
        </p:nvSpPr>
        <p:spPr>
          <a:xfrm>
            <a:off x="1024128" y="585216"/>
            <a:ext cx="8018272" cy="1499616"/>
          </a:xfrm>
        </p:spPr>
        <p:txBody>
          <a:bodyPr>
            <a:normAutofit/>
          </a:bodyPr>
          <a:lstStyle/>
          <a:p>
            <a:r>
              <a:rPr lang="en-US" dirty="0"/>
              <a:t>Description of the Dataset</a:t>
            </a:r>
            <a:endParaRPr lang="en-CA" dirty="0"/>
          </a:p>
        </p:txBody>
      </p:sp>
      <p:sp>
        <p:nvSpPr>
          <p:cNvPr id="3" name="Content Placeholder 2">
            <a:extLst>
              <a:ext uri="{FF2B5EF4-FFF2-40B4-BE49-F238E27FC236}">
                <a16:creationId xmlns:a16="http://schemas.microsoft.com/office/drawing/2014/main" id="{B9C3B3D6-5F5E-450E-9707-5ED131BEE731}"/>
              </a:ext>
            </a:extLst>
          </p:cNvPr>
          <p:cNvSpPr>
            <a:spLocks noGrp="1"/>
          </p:cNvSpPr>
          <p:nvPr>
            <p:ph idx="1"/>
          </p:nvPr>
        </p:nvSpPr>
        <p:spPr>
          <a:xfrm>
            <a:off x="1024128" y="2286000"/>
            <a:ext cx="8018271" cy="4419600"/>
          </a:xfrm>
        </p:spPr>
        <p:txBody>
          <a:bodyPr>
            <a:normAutofit/>
          </a:bodyPr>
          <a:lstStyle/>
          <a:p>
            <a:r>
              <a:rPr lang="en-US" dirty="0"/>
              <a:t>This dataset shows records of accidents from twelve different plants in three different countries from 2016 to 2017</a:t>
            </a:r>
          </a:p>
          <a:p>
            <a:r>
              <a:rPr lang="en-CA" dirty="0"/>
              <a:t>The primary reason the author is sharing this dataset with the community is to encourage the exploration of the data and the generation of insights that manufacturing plants can use to improve workplace safety and ultimately save lives.</a:t>
            </a:r>
          </a:p>
          <a:p>
            <a:r>
              <a:rPr lang="en-CA" dirty="0"/>
              <a:t>As such, this presentation aims to explore the dataset, uncover meaningful insights, and provide findings that manufacturing plants can use to improve workplace safety and help save lives.</a:t>
            </a:r>
          </a:p>
          <a:p>
            <a:r>
              <a:rPr lang="en-CA" dirty="0"/>
              <a:t>Dataset Author: </a:t>
            </a:r>
            <a:r>
              <a:rPr lang="en-CA" b="1" dirty="0">
                <a:hlinkClick r:id="rId2"/>
              </a:rPr>
              <a:t>IHM Stefanini</a:t>
            </a:r>
            <a:r>
              <a:rPr lang="en-CA" b="1" dirty="0"/>
              <a:t> </a:t>
            </a:r>
            <a:endParaRPr lang="en-CA" dirty="0"/>
          </a:p>
          <a:p>
            <a:r>
              <a:rPr lang="en-CA" dirty="0"/>
              <a:t>Dataset Link: </a:t>
            </a:r>
            <a:r>
              <a:rPr lang="en-CA" b="1" dirty="0">
                <a:hlinkClick r:id="rId3"/>
              </a:rPr>
              <a:t>Industrial Safety and Health Analytics Database</a:t>
            </a:r>
            <a:endParaRPr lang="en-CA" b="1"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592828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FD12A5BA-B063-4B33-AB08-86CF7D23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cxnSp>
        <p:nvCxnSpPr>
          <p:cNvPr id="16" name="Straight Connector 15">
            <a:extLst>
              <a:ext uri="{FF2B5EF4-FFF2-40B4-BE49-F238E27FC236}">
                <a16:creationId xmlns:a16="http://schemas.microsoft.com/office/drawing/2014/main" id="{07DFAF29-6BD8-4A93-A292-D6A8C6EFB5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FB24EDA8-DF72-4C37-9EC2-D92134F72F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4572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76F64638-3523-4975-845C-48099809A6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571998"/>
            <a:ext cx="12188952" cy="22855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C04EE5-BA92-36D2-05F6-72149377C131}"/>
              </a:ext>
            </a:extLst>
          </p:cNvPr>
          <p:cNvSpPr>
            <a:spLocks noGrp="1"/>
          </p:cNvSpPr>
          <p:nvPr>
            <p:ph type="title"/>
          </p:nvPr>
        </p:nvSpPr>
        <p:spPr>
          <a:xfrm>
            <a:off x="457200" y="4960137"/>
            <a:ext cx="7772400" cy="1463040"/>
          </a:xfrm>
        </p:spPr>
        <p:txBody>
          <a:bodyPr vert="horz" lIns="91440" tIns="45720" rIns="91440" bIns="45720" rtlCol="0" anchor="ctr">
            <a:normAutofit/>
          </a:bodyPr>
          <a:lstStyle/>
          <a:p>
            <a:pPr algn="r"/>
            <a:r>
              <a:rPr lang="en-US" spc="200">
                <a:solidFill>
                  <a:srgbClr val="FFFFFF"/>
                </a:solidFill>
              </a:rPr>
              <a:t>Features of the Dataset</a:t>
            </a:r>
          </a:p>
        </p:txBody>
      </p:sp>
      <p:sp>
        <p:nvSpPr>
          <p:cNvPr id="9" name="TextBox 8">
            <a:extLst>
              <a:ext uri="{FF2B5EF4-FFF2-40B4-BE49-F238E27FC236}">
                <a16:creationId xmlns:a16="http://schemas.microsoft.com/office/drawing/2014/main" id="{73EDF23A-A674-ED2D-EC23-5C5439B558A6}"/>
              </a:ext>
            </a:extLst>
          </p:cNvPr>
          <p:cNvSpPr txBox="1"/>
          <p:nvPr/>
        </p:nvSpPr>
        <p:spPr>
          <a:xfrm>
            <a:off x="8610600" y="4960137"/>
            <a:ext cx="3200400" cy="1463040"/>
          </a:xfrm>
          <a:prstGeom prst="rect">
            <a:avLst/>
          </a:prstGeom>
        </p:spPr>
        <p:txBody>
          <a:bodyPr vert="horz" lIns="91440" tIns="45720" rIns="91440" bIns="45720" rtlCol="0" anchor="ctr">
            <a:normAutofit/>
          </a:bodyPr>
          <a:lstStyle/>
          <a:p>
            <a:pPr defTabSz="914400">
              <a:spcAft>
                <a:spcPts val="200"/>
              </a:spcAft>
              <a:buClr>
                <a:schemeClr val="accent2"/>
              </a:buClr>
              <a:buSzPct val="100000"/>
            </a:pPr>
            <a:r>
              <a:rPr lang="en-US">
                <a:solidFill>
                  <a:srgbClr val="FFFFFF"/>
                </a:solidFill>
              </a:rPr>
              <a:t>The Features of the Dataset are the nine columns shown in the above table</a:t>
            </a:r>
          </a:p>
        </p:txBody>
      </p:sp>
      <p:pic>
        <p:nvPicPr>
          <p:cNvPr id="7" name="Picture 6">
            <a:extLst>
              <a:ext uri="{FF2B5EF4-FFF2-40B4-BE49-F238E27FC236}">
                <a16:creationId xmlns:a16="http://schemas.microsoft.com/office/drawing/2014/main" id="{0F53827A-8E6A-2E1C-7225-FC88D3324875}"/>
              </a:ext>
            </a:extLst>
          </p:cNvPr>
          <p:cNvPicPr>
            <a:picLocks noChangeAspect="1"/>
          </p:cNvPicPr>
          <p:nvPr/>
        </p:nvPicPr>
        <p:blipFill>
          <a:blip r:embed="rId2"/>
          <a:stretch>
            <a:fillRect/>
          </a:stretch>
        </p:blipFill>
        <p:spPr>
          <a:xfrm>
            <a:off x="2011053" y="640080"/>
            <a:ext cx="8164090" cy="3306457"/>
          </a:xfrm>
          <a:prstGeom prst="rect">
            <a:avLst/>
          </a:prstGeom>
        </p:spPr>
      </p:pic>
      <p:cxnSp>
        <p:nvCxnSpPr>
          <p:cNvPr id="22" name="Straight Connector 21">
            <a:extLst>
              <a:ext uri="{FF2B5EF4-FFF2-40B4-BE49-F238E27FC236}">
                <a16:creationId xmlns:a16="http://schemas.microsoft.com/office/drawing/2014/main" id="{0A046F70-04DA-4509-A661-28463B63FF3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406507" y="5220212"/>
            <a:ext cx="0" cy="914400"/>
          </a:xfrm>
          <a:prstGeom prst="line">
            <a:avLst/>
          </a:prstGeom>
          <a:ln w="1905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8606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4C0D4-AA7D-33AF-6A24-981BAB7F3D8F}"/>
              </a:ext>
            </a:extLst>
          </p:cNvPr>
          <p:cNvSpPr>
            <a:spLocks noGrp="1"/>
          </p:cNvSpPr>
          <p:nvPr>
            <p:ph type="title"/>
          </p:nvPr>
        </p:nvSpPr>
        <p:spPr>
          <a:xfrm>
            <a:off x="1024128" y="585216"/>
            <a:ext cx="8018272" cy="1499616"/>
          </a:xfrm>
        </p:spPr>
        <p:txBody>
          <a:bodyPr>
            <a:normAutofit/>
          </a:bodyPr>
          <a:lstStyle/>
          <a:p>
            <a:r>
              <a:rPr lang="en-US" dirty="0"/>
              <a:t>Definitions</a:t>
            </a:r>
            <a:endParaRPr lang="en-CA" dirty="0"/>
          </a:p>
        </p:txBody>
      </p:sp>
      <p:sp>
        <p:nvSpPr>
          <p:cNvPr id="3" name="Content Placeholder 2">
            <a:extLst>
              <a:ext uri="{FF2B5EF4-FFF2-40B4-BE49-F238E27FC236}">
                <a16:creationId xmlns:a16="http://schemas.microsoft.com/office/drawing/2014/main" id="{54339798-E0FC-2BDB-50B8-D0F81CC7CF04}"/>
              </a:ext>
            </a:extLst>
          </p:cNvPr>
          <p:cNvSpPr>
            <a:spLocks noGrp="1"/>
          </p:cNvSpPr>
          <p:nvPr>
            <p:ph idx="1"/>
          </p:nvPr>
        </p:nvSpPr>
        <p:spPr>
          <a:xfrm>
            <a:off x="1024128" y="2286000"/>
            <a:ext cx="8018271" cy="4023360"/>
          </a:xfrm>
        </p:spPr>
        <p:txBody>
          <a:bodyPr>
            <a:normAutofit/>
          </a:bodyPr>
          <a:lstStyle/>
          <a:p>
            <a:r>
              <a:rPr lang="en-US" sz="2000" b="1" dirty="0"/>
              <a:t>‘Data’ </a:t>
            </a:r>
            <a:r>
              <a:rPr lang="en-US" sz="2000" dirty="0"/>
              <a:t>refers to the date of the incident.</a:t>
            </a:r>
          </a:p>
          <a:p>
            <a:r>
              <a:rPr lang="en-US" sz="2000" b="1" dirty="0"/>
              <a:t>‘Countries’ </a:t>
            </a:r>
            <a:r>
              <a:rPr lang="en-US" sz="2000" dirty="0"/>
              <a:t>refers to the country where the incident originated from. There are three anonymous countries in this dataset.</a:t>
            </a:r>
          </a:p>
          <a:p>
            <a:r>
              <a:rPr lang="en-US" sz="2000" b="1" dirty="0"/>
              <a:t>‘Locals’ </a:t>
            </a:r>
            <a:r>
              <a:rPr lang="en-US" sz="2000" dirty="0"/>
              <a:t>refers to the plant where the incident originated from. There are twelve anonymous plants in this dataset.</a:t>
            </a:r>
          </a:p>
          <a:p>
            <a:r>
              <a:rPr lang="en-US" sz="2000" b="1" dirty="0"/>
              <a:t>‘Industry Sector’ </a:t>
            </a:r>
            <a:r>
              <a:rPr lang="en-US" sz="2000" dirty="0"/>
              <a:t>refers to the industry where the incident originated. There are three in this dataset: Mining, Metals, Others</a:t>
            </a:r>
          </a:p>
          <a:p>
            <a:r>
              <a:rPr lang="en-US" sz="2000" b="1" dirty="0"/>
              <a:t>‘Genre’ </a:t>
            </a:r>
            <a:r>
              <a:rPr lang="en-US" sz="2000" dirty="0"/>
              <a:t>refers to the sex of the person who got in the accident (Male, Female).</a:t>
            </a:r>
          </a:p>
          <a:p>
            <a:r>
              <a:rPr lang="en-US" sz="2000" b="1" dirty="0"/>
              <a:t>‘Risco Critico’ </a:t>
            </a:r>
            <a:r>
              <a:rPr lang="en-US" sz="2000" dirty="0"/>
              <a:t>refers to the type of accident that occurred. There are multiple different types present in this dataset.</a:t>
            </a:r>
          </a:p>
          <a:p>
            <a:endParaRPr lang="en-CA" sz="2000"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83718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359A65-D431-5F44-4377-ECB67692006C}"/>
              </a:ext>
            </a:extLst>
          </p:cNvPr>
          <p:cNvSpPr>
            <a:spLocks noGrp="1"/>
          </p:cNvSpPr>
          <p:nvPr>
            <p:ph type="title"/>
          </p:nvPr>
        </p:nvSpPr>
        <p:spPr>
          <a:xfrm>
            <a:off x="1024128" y="585216"/>
            <a:ext cx="8018272" cy="1499616"/>
          </a:xfrm>
        </p:spPr>
        <p:txBody>
          <a:bodyPr>
            <a:normAutofit/>
          </a:bodyPr>
          <a:lstStyle/>
          <a:p>
            <a:r>
              <a:rPr lang="en-US" dirty="0"/>
              <a:t>Definitions – Employee ou Terceiro </a:t>
            </a:r>
            <a:endParaRPr lang="en-CA" dirty="0"/>
          </a:p>
        </p:txBody>
      </p:sp>
      <p:sp>
        <p:nvSpPr>
          <p:cNvPr id="3" name="Content Placeholder 2">
            <a:extLst>
              <a:ext uri="{FF2B5EF4-FFF2-40B4-BE49-F238E27FC236}">
                <a16:creationId xmlns:a16="http://schemas.microsoft.com/office/drawing/2014/main" id="{1D4BBD18-DF5F-EB61-FCEB-CDCE19B1CC7B}"/>
              </a:ext>
            </a:extLst>
          </p:cNvPr>
          <p:cNvSpPr>
            <a:spLocks noGrp="1"/>
          </p:cNvSpPr>
          <p:nvPr>
            <p:ph idx="1"/>
          </p:nvPr>
        </p:nvSpPr>
        <p:spPr>
          <a:xfrm>
            <a:off x="1024128" y="2286000"/>
            <a:ext cx="8018271" cy="4023360"/>
          </a:xfrm>
        </p:spPr>
        <p:txBody>
          <a:bodyPr>
            <a:normAutofit/>
          </a:bodyPr>
          <a:lstStyle/>
          <a:p>
            <a:r>
              <a:rPr lang="en-US" dirty="0"/>
              <a:t>Employee ou Terceiro Refers to the type of person who got injured. </a:t>
            </a:r>
          </a:p>
          <a:p>
            <a:pPr lvl="1"/>
            <a:r>
              <a:rPr lang="en-CA" b="1" dirty="0"/>
              <a:t>Employee: </a:t>
            </a:r>
            <a:r>
              <a:rPr lang="en-CA" dirty="0"/>
              <a:t>A person employed at the manufacturing plant, such as a front-line worker, machine operator, or supervisor.</a:t>
            </a:r>
          </a:p>
          <a:p>
            <a:pPr lvl="1"/>
            <a:r>
              <a:rPr lang="en-CA" b="1" dirty="0"/>
              <a:t>Third Party: </a:t>
            </a:r>
            <a:r>
              <a:rPr lang="en-CA" dirty="0"/>
              <a:t>A person who is not employed at the manufacturing plant, such as a visitor, inspector, contractor, or delivery driver.</a:t>
            </a:r>
          </a:p>
          <a:p>
            <a:pPr lvl="1"/>
            <a:r>
              <a:rPr lang="en-CA" b="1" dirty="0"/>
              <a:t>Third Party (Remote): </a:t>
            </a:r>
            <a:r>
              <a:rPr lang="en-CA" dirty="0"/>
              <a:t>A person who is not employed at the manufacturing plant and is involved in an incident that occurs away from the plant site, such as a truck driver transporting goods or a contractor working off-site.</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231117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F084D-BF19-FB24-3B31-B27EBDA21807}"/>
              </a:ext>
            </a:extLst>
          </p:cNvPr>
          <p:cNvSpPr>
            <a:spLocks noGrp="1"/>
          </p:cNvSpPr>
          <p:nvPr>
            <p:ph type="title"/>
          </p:nvPr>
        </p:nvSpPr>
        <p:spPr>
          <a:xfrm>
            <a:off x="1024128" y="585216"/>
            <a:ext cx="8018272" cy="1499616"/>
          </a:xfrm>
        </p:spPr>
        <p:txBody>
          <a:bodyPr>
            <a:normAutofit/>
          </a:bodyPr>
          <a:lstStyle/>
          <a:p>
            <a:r>
              <a:rPr lang="en-US" dirty="0"/>
              <a:t>Definitions – Accident Level and Potential Accident Level</a:t>
            </a:r>
            <a:endParaRPr lang="en-CA" dirty="0"/>
          </a:p>
        </p:txBody>
      </p:sp>
      <p:sp>
        <p:nvSpPr>
          <p:cNvPr id="3" name="Content Placeholder 2">
            <a:extLst>
              <a:ext uri="{FF2B5EF4-FFF2-40B4-BE49-F238E27FC236}">
                <a16:creationId xmlns:a16="http://schemas.microsoft.com/office/drawing/2014/main" id="{BA8CD89C-7844-3E24-9E4B-DC5337DA5CD9}"/>
              </a:ext>
            </a:extLst>
          </p:cNvPr>
          <p:cNvSpPr>
            <a:spLocks noGrp="1"/>
          </p:cNvSpPr>
          <p:nvPr>
            <p:ph idx="1"/>
          </p:nvPr>
        </p:nvSpPr>
        <p:spPr>
          <a:xfrm>
            <a:off x="1024128" y="2286000"/>
            <a:ext cx="8018271" cy="4023360"/>
          </a:xfrm>
        </p:spPr>
        <p:txBody>
          <a:bodyPr>
            <a:normAutofit/>
          </a:bodyPr>
          <a:lstStyle/>
          <a:p>
            <a:r>
              <a:rPr lang="en-CA" b="1" dirty="0"/>
              <a:t>Accident Level</a:t>
            </a:r>
            <a:r>
              <a:rPr lang="en-CA" dirty="0"/>
              <a:t> refers to the severity of the accident that occurred. The higher the Roman numeral, the more severe the accident. The next slide presents an intuitive severity scale for the accident levels in the dataset. However, it is important to note that the dataset does not provide official criteria or metrics explaining how each accident level is determined.</a:t>
            </a:r>
          </a:p>
          <a:p>
            <a:r>
              <a:rPr lang="en-CA" b="1" dirty="0"/>
              <a:t>Potential Accident Level</a:t>
            </a:r>
            <a:r>
              <a:rPr lang="en-CA" dirty="0"/>
              <a:t> refers to how severe the accident could have been under different circumstances—in other words, the worst-case scenario. For example, a worker who was only scratched by falling rocks could have suffered a fatal injury if the rocks had struck their head instead.</a:t>
            </a:r>
            <a:endParaRPr lang="en-US" dirty="0"/>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45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D12A5BA-B063-4B33-AB08-86CF7D23F6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cxnSp>
        <p:nvCxnSpPr>
          <p:cNvPr id="11" name="Straight Connector 10">
            <a:extLst>
              <a:ext uri="{FF2B5EF4-FFF2-40B4-BE49-F238E27FC236}">
                <a16:creationId xmlns:a16="http://schemas.microsoft.com/office/drawing/2014/main" id="{07DFAF29-6BD8-4A93-A292-D6A8C6EFB5DC}"/>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3" name="Rectangle 12">
            <a:extLst>
              <a:ext uri="{FF2B5EF4-FFF2-40B4-BE49-F238E27FC236}">
                <a16:creationId xmlns:a16="http://schemas.microsoft.com/office/drawing/2014/main" id="{55F40173-F096-49CC-A730-A2DF1F04EC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06CEF0B-5733-482C-9868-4C57AF79DA3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5468548"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363796-063B-DCDA-DD1D-1DFE471C1161}"/>
              </a:ext>
            </a:extLst>
          </p:cNvPr>
          <p:cNvSpPr>
            <a:spLocks noGrp="1"/>
          </p:cNvSpPr>
          <p:nvPr>
            <p:ph type="title"/>
          </p:nvPr>
        </p:nvSpPr>
        <p:spPr>
          <a:xfrm>
            <a:off x="634276" y="640080"/>
            <a:ext cx="4208656" cy="3034857"/>
          </a:xfrm>
        </p:spPr>
        <p:txBody>
          <a:bodyPr vert="horz" lIns="91440" tIns="45720" rIns="91440" bIns="45720" rtlCol="0" anchor="b">
            <a:normAutofit/>
          </a:bodyPr>
          <a:lstStyle/>
          <a:p>
            <a:pPr algn="r"/>
            <a:r>
              <a:rPr lang="en-US" sz="4400" spc="200">
                <a:solidFill>
                  <a:srgbClr val="FFFFFF"/>
                </a:solidFill>
              </a:rPr>
              <a:t>Intuitive Severity Scale</a:t>
            </a:r>
          </a:p>
        </p:txBody>
      </p:sp>
      <p:cxnSp>
        <p:nvCxnSpPr>
          <p:cNvPr id="17" name="Straight Connector 16">
            <a:extLst>
              <a:ext uri="{FF2B5EF4-FFF2-40B4-BE49-F238E27FC236}">
                <a16:creationId xmlns:a16="http://schemas.microsoft.com/office/drawing/2014/main" id="{FC5D3B4D-9BAC-482B-A34B-01BB35CB5316}"/>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786679" y="3765314"/>
            <a:ext cx="3931920" cy="0"/>
          </a:xfrm>
          <a:prstGeom prst="line">
            <a:avLst/>
          </a:prstGeom>
          <a:ln w="1905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cxnSp>
      <p:graphicFrame>
        <p:nvGraphicFramePr>
          <p:cNvPr id="4" name="Table 3">
            <a:extLst>
              <a:ext uri="{FF2B5EF4-FFF2-40B4-BE49-F238E27FC236}">
                <a16:creationId xmlns:a16="http://schemas.microsoft.com/office/drawing/2014/main" id="{43D05FA0-C0E1-DAD6-8D81-2168C5022646}"/>
              </a:ext>
            </a:extLst>
          </p:cNvPr>
          <p:cNvGraphicFramePr>
            <a:graphicFrameLocks noGrp="1"/>
          </p:cNvGraphicFramePr>
          <p:nvPr>
            <p:extLst>
              <p:ext uri="{D42A27DB-BD31-4B8C-83A1-F6EECF244321}">
                <p14:modId xmlns:p14="http://schemas.microsoft.com/office/powerpoint/2010/main" val="396272452"/>
              </p:ext>
            </p:extLst>
          </p:nvPr>
        </p:nvGraphicFramePr>
        <p:xfrm>
          <a:off x="6096000" y="889163"/>
          <a:ext cx="5459472" cy="5080653"/>
        </p:xfrm>
        <a:graphic>
          <a:graphicData uri="http://schemas.openxmlformats.org/drawingml/2006/table">
            <a:tbl>
              <a:tblPr/>
              <a:tblGrid>
                <a:gridCol w="1808218">
                  <a:extLst>
                    <a:ext uri="{9D8B030D-6E8A-4147-A177-3AD203B41FA5}">
                      <a16:colId xmlns:a16="http://schemas.microsoft.com/office/drawing/2014/main" val="3557690611"/>
                    </a:ext>
                  </a:extLst>
                </a:gridCol>
                <a:gridCol w="1204705">
                  <a:extLst>
                    <a:ext uri="{9D8B030D-6E8A-4147-A177-3AD203B41FA5}">
                      <a16:colId xmlns:a16="http://schemas.microsoft.com/office/drawing/2014/main" val="1854244261"/>
                    </a:ext>
                  </a:extLst>
                </a:gridCol>
                <a:gridCol w="2446549">
                  <a:extLst>
                    <a:ext uri="{9D8B030D-6E8A-4147-A177-3AD203B41FA5}">
                      <a16:colId xmlns:a16="http://schemas.microsoft.com/office/drawing/2014/main" val="216765032"/>
                    </a:ext>
                  </a:extLst>
                </a:gridCol>
              </a:tblGrid>
              <a:tr h="367679">
                <a:tc>
                  <a:txBody>
                    <a:bodyPr/>
                    <a:lstStyle/>
                    <a:p>
                      <a:pPr>
                        <a:buNone/>
                      </a:pPr>
                      <a:r>
                        <a:rPr lang="en-CA" sz="1600"/>
                        <a:t>Roman Numeral</a:t>
                      </a:r>
                    </a:p>
                  </a:txBody>
                  <a:tcPr marL="83563" marR="83563" marT="41782" marB="41782" anchor="ctr">
                    <a:lnL>
                      <a:noFill/>
                    </a:lnL>
                    <a:lnR>
                      <a:noFill/>
                    </a:lnR>
                    <a:lnT>
                      <a:noFill/>
                    </a:lnT>
                    <a:lnB>
                      <a:noFill/>
                    </a:lnB>
                    <a:noFill/>
                  </a:tcPr>
                </a:tc>
                <a:tc>
                  <a:txBody>
                    <a:bodyPr/>
                    <a:lstStyle/>
                    <a:p>
                      <a:pPr>
                        <a:buNone/>
                      </a:pPr>
                      <a:r>
                        <a:rPr lang="en-CA" sz="1600"/>
                        <a:t>Severity</a:t>
                      </a:r>
                    </a:p>
                  </a:txBody>
                  <a:tcPr marL="83563" marR="83563" marT="41782" marB="41782" anchor="ctr">
                    <a:lnL>
                      <a:noFill/>
                    </a:lnL>
                    <a:lnR>
                      <a:noFill/>
                    </a:lnR>
                    <a:lnT>
                      <a:noFill/>
                    </a:lnT>
                    <a:lnB>
                      <a:noFill/>
                    </a:lnB>
                    <a:noFill/>
                  </a:tcPr>
                </a:tc>
                <a:tc>
                  <a:txBody>
                    <a:bodyPr/>
                    <a:lstStyle/>
                    <a:p>
                      <a:pPr>
                        <a:buNone/>
                      </a:pPr>
                      <a:r>
                        <a:rPr lang="en-CA" sz="1600"/>
                        <a:t>Description</a:t>
                      </a:r>
                    </a:p>
                  </a:txBody>
                  <a:tcPr marL="83563" marR="83563" marT="41782" marB="41782" anchor="ctr">
                    <a:lnL>
                      <a:noFill/>
                    </a:lnL>
                    <a:lnR>
                      <a:noFill/>
                    </a:lnR>
                    <a:lnT>
                      <a:noFill/>
                    </a:lnT>
                    <a:lnB>
                      <a:noFill/>
                    </a:lnB>
                    <a:noFill/>
                  </a:tcPr>
                </a:tc>
                <a:extLst>
                  <a:ext uri="{0D108BD9-81ED-4DB2-BD59-A6C34878D82A}">
                    <a16:rowId xmlns:a16="http://schemas.microsoft.com/office/drawing/2014/main" val="319634992"/>
                  </a:ext>
                </a:extLst>
              </a:tr>
              <a:tr h="618369">
                <a:tc>
                  <a:txBody>
                    <a:bodyPr/>
                    <a:lstStyle/>
                    <a:p>
                      <a:pPr>
                        <a:buNone/>
                      </a:pPr>
                      <a:r>
                        <a:rPr lang="en-CA" sz="1600" b="1"/>
                        <a:t>I</a:t>
                      </a:r>
                      <a:endParaRPr lang="en-CA" sz="1600"/>
                    </a:p>
                  </a:txBody>
                  <a:tcPr marL="83563" marR="83563" marT="41782" marB="41782" anchor="ctr">
                    <a:lnL>
                      <a:noFill/>
                    </a:lnL>
                    <a:lnR>
                      <a:noFill/>
                    </a:lnR>
                    <a:lnT>
                      <a:noFill/>
                    </a:lnT>
                    <a:lnB>
                      <a:noFill/>
                    </a:lnB>
                    <a:noFill/>
                  </a:tcPr>
                </a:tc>
                <a:tc>
                  <a:txBody>
                    <a:bodyPr/>
                    <a:lstStyle/>
                    <a:p>
                      <a:pPr>
                        <a:buNone/>
                      </a:pPr>
                      <a:r>
                        <a:rPr lang="en-CA" sz="1600"/>
                        <a:t>Very Low</a:t>
                      </a:r>
                    </a:p>
                  </a:txBody>
                  <a:tcPr marL="83563" marR="83563" marT="41782" marB="41782" anchor="ctr">
                    <a:lnL>
                      <a:noFill/>
                    </a:lnL>
                    <a:lnR>
                      <a:noFill/>
                    </a:lnR>
                    <a:lnT>
                      <a:noFill/>
                    </a:lnT>
                    <a:lnB>
                      <a:noFill/>
                    </a:lnB>
                    <a:noFill/>
                  </a:tcPr>
                </a:tc>
                <a:tc>
                  <a:txBody>
                    <a:bodyPr/>
                    <a:lstStyle/>
                    <a:p>
                      <a:pPr>
                        <a:buNone/>
                      </a:pPr>
                      <a:r>
                        <a:rPr lang="en-CA" sz="1600"/>
                        <a:t>Minor incident with minimal injury or impact.</a:t>
                      </a:r>
                    </a:p>
                  </a:txBody>
                  <a:tcPr marL="83563" marR="83563" marT="41782" marB="41782" anchor="ctr">
                    <a:lnL>
                      <a:noFill/>
                    </a:lnL>
                    <a:lnR>
                      <a:noFill/>
                    </a:lnR>
                    <a:lnT>
                      <a:noFill/>
                    </a:lnT>
                    <a:lnB>
                      <a:noFill/>
                    </a:lnB>
                    <a:noFill/>
                  </a:tcPr>
                </a:tc>
                <a:extLst>
                  <a:ext uri="{0D108BD9-81ED-4DB2-BD59-A6C34878D82A}">
                    <a16:rowId xmlns:a16="http://schemas.microsoft.com/office/drawing/2014/main" val="3982620984"/>
                  </a:ext>
                </a:extLst>
              </a:tr>
              <a:tr h="869059">
                <a:tc>
                  <a:txBody>
                    <a:bodyPr/>
                    <a:lstStyle/>
                    <a:p>
                      <a:pPr>
                        <a:buNone/>
                      </a:pPr>
                      <a:r>
                        <a:rPr lang="en-CA" sz="1600" b="1"/>
                        <a:t>II</a:t>
                      </a:r>
                      <a:endParaRPr lang="en-CA" sz="1600"/>
                    </a:p>
                  </a:txBody>
                  <a:tcPr marL="83563" marR="83563" marT="41782" marB="41782" anchor="ctr">
                    <a:lnL>
                      <a:noFill/>
                    </a:lnL>
                    <a:lnR>
                      <a:noFill/>
                    </a:lnR>
                    <a:lnT>
                      <a:noFill/>
                    </a:lnT>
                    <a:lnB>
                      <a:noFill/>
                    </a:lnB>
                    <a:noFill/>
                  </a:tcPr>
                </a:tc>
                <a:tc>
                  <a:txBody>
                    <a:bodyPr/>
                    <a:lstStyle/>
                    <a:p>
                      <a:pPr>
                        <a:buNone/>
                      </a:pPr>
                      <a:r>
                        <a:rPr lang="en-CA" sz="1600"/>
                        <a:t>Low</a:t>
                      </a:r>
                    </a:p>
                  </a:txBody>
                  <a:tcPr marL="83563" marR="83563" marT="41782" marB="41782" anchor="ctr">
                    <a:lnL>
                      <a:noFill/>
                    </a:lnL>
                    <a:lnR>
                      <a:noFill/>
                    </a:lnR>
                    <a:lnT>
                      <a:noFill/>
                    </a:lnT>
                    <a:lnB>
                      <a:noFill/>
                    </a:lnB>
                    <a:noFill/>
                  </a:tcPr>
                </a:tc>
                <a:tc>
                  <a:txBody>
                    <a:bodyPr/>
                    <a:lstStyle/>
                    <a:p>
                      <a:pPr>
                        <a:buNone/>
                      </a:pPr>
                      <a:r>
                        <a:rPr lang="en-CA" sz="1600"/>
                        <a:t>Minor injury requiring limited medical attention.</a:t>
                      </a:r>
                    </a:p>
                  </a:txBody>
                  <a:tcPr marL="83563" marR="83563" marT="41782" marB="41782" anchor="ctr">
                    <a:lnL>
                      <a:noFill/>
                    </a:lnL>
                    <a:lnR>
                      <a:noFill/>
                    </a:lnR>
                    <a:lnT>
                      <a:noFill/>
                    </a:lnT>
                    <a:lnB>
                      <a:noFill/>
                    </a:lnB>
                    <a:noFill/>
                  </a:tcPr>
                </a:tc>
                <a:extLst>
                  <a:ext uri="{0D108BD9-81ED-4DB2-BD59-A6C34878D82A}">
                    <a16:rowId xmlns:a16="http://schemas.microsoft.com/office/drawing/2014/main" val="3233070195"/>
                  </a:ext>
                </a:extLst>
              </a:tr>
              <a:tr h="869059">
                <a:tc>
                  <a:txBody>
                    <a:bodyPr/>
                    <a:lstStyle/>
                    <a:p>
                      <a:pPr>
                        <a:buNone/>
                      </a:pPr>
                      <a:r>
                        <a:rPr lang="en-CA" sz="1600" b="1"/>
                        <a:t>III</a:t>
                      </a:r>
                      <a:endParaRPr lang="en-CA" sz="1600"/>
                    </a:p>
                  </a:txBody>
                  <a:tcPr marL="83563" marR="83563" marT="41782" marB="41782" anchor="ctr">
                    <a:lnL>
                      <a:noFill/>
                    </a:lnL>
                    <a:lnR>
                      <a:noFill/>
                    </a:lnR>
                    <a:lnT>
                      <a:noFill/>
                    </a:lnT>
                    <a:lnB>
                      <a:noFill/>
                    </a:lnB>
                    <a:noFill/>
                  </a:tcPr>
                </a:tc>
                <a:tc>
                  <a:txBody>
                    <a:bodyPr/>
                    <a:lstStyle/>
                    <a:p>
                      <a:pPr>
                        <a:buNone/>
                      </a:pPr>
                      <a:r>
                        <a:rPr lang="en-CA" sz="1600"/>
                        <a:t>Moderate</a:t>
                      </a:r>
                    </a:p>
                  </a:txBody>
                  <a:tcPr marL="83563" marR="83563" marT="41782" marB="41782" anchor="ctr">
                    <a:lnL>
                      <a:noFill/>
                    </a:lnL>
                    <a:lnR>
                      <a:noFill/>
                    </a:lnR>
                    <a:lnT>
                      <a:noFill/>
                    </a:lnT>
                    <a:lnB>
                      <a:noFill/>
                    </a:lnB>
                    <a:noFill/>
                  </a:tcPr>
                </a:tc>
                <a:tc>
                  <a:txBody>
                    <a:bodyPr/>
                    <a:lstStyle/>
                    <a:p>
                      <a:pPr>
                        <a:buNone/>
                      </a:pPr>
                      <a:r>
                        <a:rPr lang="en-CA" sz="1600"/>
                        <a:t>Injury requiring medical treatment and some recovery time.</a:t>
                      </a:r>
                    </a:p>
                  </a:txBody>
                  <a:tcPr marL="83563" marR="83563" marT="41782" marB="41782" anchor="ctr">
                    <a:lnL>
                      <a:noFill/>
                    </a:lnL>
                    <a:lnR>
                      <a:noFill/>
                    </a:lnR>
                    <a:lnT>
                      <a:noFill/>
                    </a:lnT>
                    <a:lnB>
                      <a:noFill/>
                    </a:lnB>
                    <a:noFill/>
                  </a:tcPr>
                </a:tc>
                <a:extLst>
                  <a:ext uri="{0D108BD9-81ED-4DB2-BD59-A6C34878D82A}">
                    <a16:rowId xmlns:a16="http://schemas.microsoft.com/office/drawing/2014/main" val="3103417603"/>
                  </a:ext>
                </a:extLst>
              </a:tr>
              <a:tr h="869059">
                <a:tc>
                  <a:txBody>
                    <a:bodyPr/>
                    <a:lstStyle/>
                    <a:p>
                      <a:pPr>
                        <a:buNone/>
                      </a:pPr>
                      <a:r>
                        <a:rPr lang="en-CA" sz="1600" b="1"/>
                        <a:t>IV</a:t>
                      </a:r>
                      <a:endParaRPr lang="en-CA" sz="1600"/>
                    </a:p>
                  </a:txBody>
                  <a:tcPr marL="83563" marR="83563" marT="41782" marB="41782" anchor="ctr">
                    <a:lnL>
                      <a:noFill/>
                    </a:lnL>
                    <a:lnR>
                      <a:noFill/>
                    </a:lnR>
                    <a:lnT>
                      <a:noFill/>
                    </a:lnT>
                    <a:lnB>
                      <a:noFill/>
                    </a:lnB>
                    <a:noFill/>
                  </a:tcPr>
                </a:tc>
                <a:tc>
                  <a:txBody>
                    <a:bodyPr/>
                    <a:lstStyle/>
                    <a:p>
                      <a:pPr>
                        <a:buNone/>
                      </a:pPr>
                      <a:r>
                        <a:rPr lang="en-CA" sz="1600"/>
                        <a:t>High</a:t>
                      </a:r>
                    </a:p>
                  </a:txBody>
                  <a:tcPr marL="83563" marR="83563" marT="41782" marB="41782" anchor="ctr">
                    <a:lnL>
                      <a:noFill/>
                    </a:lnL>
                    <a:lnR>
                      <a:noFill/>
                    </a:lnR>
                    <a:lnT>
                      <a:noFill/>
                    </a:lnT>
                    <a:lnB>
                      <a:noFill/>
                    </a:lnB>
                    <a:noFill/>
                  </a:tcPr>
                </a:tc>
                <a:tc>
                  <a:txBody>
                    <a:bodyPr/>
                    <a:lstStyle/>
                    <a:p>
                      <a:pPr>
                        <a:buNone/>
                      </a:pPr>
                      <a:r>
                        <a:rPr lang="en-CA" sz="1600"/>
                        <a:t>Serious injury with significant consequences.</a:t>
                      </a:r>
                    </a:p>
                  </a:txBody>
                  <a:tcPr marL="83563" marR="83563" marT="41782" marB="41782" anchor="ctr">
                    <a:lnL>
                      <a:noFill/>
                    </a:lnL>
                    <a:lnR>
                      <a:noFill/>
                    </a:lnR>
                    <a:lnT>
                      <a:noFill/>
                    </a:lnT>
                    <a:lnB>
                      <a:noFill/>
                    </a:lnB>
                    <a:noFill/>
                  </a:tcPr>
                </a:tc>
                <a:extLst>
                  <a:ext uri="{0D108BD9-81ED-4DB2-BD59-A6C34878D82A}">
                    <a16:rowId xmlns:a16="http://schemas.microsoft.com/office/drawing/2014/main" val="1558398836"/>
                  </a:ext>
                </a:extLst>
              </a:tr>
              <a:tr h="869059">
                <a:tc>
                  <a:txBody>
                    <a:bodyPr/>
                    <a:lstStyle/>
                    <a:p>
                      <a:pPr>
                        <a:buNone/>
                      </a:pPr>
                      <a:r>
                        <a:rPr lang="en-CA" sz="1600" b="1"/>
                        <a:t>V</a:t>
                      </a:r>
                      <a:endParaRPr lang="en-CA" sz="1600"/>
                    </a:p>
                  </a:txBody>
                  <a:tcPr marL="83563" marR="83563" marT="41782" marB="41782" anchor="ctr">
                    <a:lnL>
                      <a:noFill/>
                    </a:lnL>
                    <a:lnR>
                      <a:noFill/>
                    </a:lnR>
                    <a:lnT>
                      <a:noFill/>
                    </a:lnT>
                    <a:lnB>
                      <a:noFill/>
                    </a:lnB>
                    <a:noFill/>
                  </a:tcPr>
                </a:tc>
                <a:tc>
                  <a:txBody>
                    <a:bodyPr/>
                    <a:lstStyle/>
                    <a:p>
                      <a:pPr>
                        <a:buNone/>
                      </a:pPr>
                      <a:r>
                        <a:rPr lang="en-CA" sz="1600"/>
                        <a:t>Very High</a:t>
                      </a:r>
                    </a:p>
                  </a:txBody>
                  <a:tcPr marL="83563" marR="83563" marT="41782" marB="41782" anchor="ctr">
                    <a:lnL>
                      <a:noFill/>
                    </a:lnL>
                    <a:lnR>
                      <a:noFill/>
                    </a:lnR>
                    <a:lnT>
                      <a:noFill/>
                    </a:lnT>
                    <a:lnB>
                      <a:noFill/>
                    </a:lnB>
                    <a:noFill/>
                  </a:tcPr>
                </a:tc>
                <a:tc>
                  <a:txBody>
                    <a:bodyPr/>
                    <a:lstStyle/>
                    <a:p>
                      <a:pPr>
                        <a:buNone/>
                      </a:pPr>
                      <a:r>
                        <a:rPr lang="en-CA" sz="1600"/>
                        <a:t>Critical injury with life-threatening consequences.</a:t>
                      </a:r>
                    </a:p>
                  </a:txBody>
                  <a:tcPr marL="83563" marR="83563" marT="41782" marB="41782" anchor="ctr">
                    <a:lnL>
                      <a:noFill/>
                    </a:lnL>
                    <a:lnR>
                      <a:noFill/>
                    </a:lnR>
                    <a:lnT>
                      <a:noFill/>
                    </a:lnT>
                    <a:lnB>
                      <a:noFill/>
                    </a:lnB>
                    <a:noFill/>
                  </a:tcPr>
                </a:tc>
                <a:extLst>
                  <a:ext uri="{0D108BD9-81ED-4DB2-BD59-A6C34878D82A}">
                    <a16:rowId xmlns:a16="http://schemas.microsoft.com/office/drawing/2014/main" val="1476113214"/>
                  </a:ext>
                </a:extLst>
              </a:tr>
              <a:tr h="618369">
                <a:tc>
                  <a:txBody>
                    <a:bodyPr/>
                    <a:lstStyle/>
                    <a:p>
                      <a:pPr>
                        <a:buNone/>
                      </a:pPr>
                      <a:r>
                        <a:rPr lang="en-CA" sz="1600" b="1"/>
                        <a:t>VI</a:t>
                      </a:r>
                      <a:endParaRPr lang="en-CA" sz="1600"/>
                    </a:p>
                  </a:txBody>
                  <a:tcPr marL="83563" marR="83563" marT="41782" marB="41782" anchor="ctr">
                    <a:lnL>
                      <a:noFill/>
                    </a:lnL>
                    <a:lnR>
                      <a:noFill/>
                    </a:lnR>
                    <a:lnT>
                      <a:noFill/>
                    </a:lnT>
                    <a:lnB>
                      <a:noFill/>
                    </a:lnB>
                    <a:noFill/>
                  </a:tcPr>
                </a:tc>
                <a:tc>
                  <a:txBody>
                    <a:bodyPr/>
                    <a:lstStyle/>
                    <a:p>
                      <a:pPr>
                        <a:buNone/>
                      </a:pPr>
                      <a:r>
                        <a:rPr lang="en-CA" sz="1600"/>
                        <a:t>Extreme</a:t>
                      </a:r>
                    </a:p>
                  </a:txBody>
                  <a:tcPr marL="83563" marR="83563" marT="41782" marB="41782" anchor="ctr">
                    <a:lnL>
                      <a:noFill/>
                    </a:lnL>
                    <a:lnR>
                      <a:noFill/>
                    </a:lnR>
                    <a:lnT>
                      <a:noFill/>
                    </a:lnT>
                    <a:lnB>
                      <a:noFill/>
                    </a:lnB>
                    <a:noFill/>
                  </a:tcPr>
                </a:tc>
                <a:tc>
                  <a:txBody>
                    <a:bodyPr/>
                    <a:lstStyle/>
                    <a:p>
                      <a:pPr>
                        <a:buNone/>
                      </a:pPr>
                      <a:r>
                        <a:rPr lang="en-CA" sz="1600"/>
                        <a:t>Catastrophic or fatal incident.</a:t>
                      </a:r>
                    </a:p>
                  </a:txBody>
                  <a:tcPr marL="83563" marR="83563" marT="41782" marB="41782" anchor="ctr">
                    <a:lnL>
                      <a:noFill/>
                    </a:lnL>
                    <a:lnR>
                      <a:noFill/>
                    </a:lnR>
                    <a:lnT>
                      <a:noFill/>
                    </a:lnT>
                    <a:lnB>
                      <a:noFill/>
                    </a:lnB>
                    <a:noFill/>
                  </a:tcPr>
                </a:tc>
                <a:extLst>
                  <a:ext uri="{0D108BD9-81ED-4DB2-BD59-A6C34878D82A}">
                    <a16:rowId xmlns:a16="http://schemas.microsoft.com/office/drawing/2014/main" val="3514549352"/>
                  </a:ext>
                </a:extLst>
              </a:tr>
            </a:tbl>
          </a:graphicData>
        </a:graphic>
      </p:graphicFrame>
    </p:spTree>
    <p:extLst>
      <p:ext uri="{BB962C8B-B14F-4D97-AF65-F5344CB8AC3E}">
        <p14:creationId xmlns:p14="http://schemas.microsoft.com/office/powerpoint/2010/main" val="11408706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1E7C082-5B81-400A-A1DE-7CA9F26ED8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CA"/>
          </a:p>
        </p:txBody>
      </p:sp>
      <p:cxnSp>
        <p:nvCxnSpPr>
          <p:cNvPr id="9" name="Straight Connector 8">
            <a:extLst>
              <a:ext uri="{FF2B5EF4-FFF2-40B4-BE49-F238E27FC236}">
                <a16:creationId xmlns:a16="http://schemas.microsoft.com/office/drawing/2014/main" id="{08D54232-CDE1-4B53-B430-AB82206F6B5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47E47667-8CE3-466C-B745-9411E1CE3C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BDF44D33-97EB-4277-B538-B458E3FD16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258" y="620720"/>
            <a:ext cx="7315732" cy="55931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D1B70D7-A30F-B143-9850-D1C40A1781B5}"/>
              </a:ext>
            </a:extLst>
          </p:cNvPr>
          <p:cNvSpPr>
            <a:spLocks noGrp="1"/>
          </p:cNvSpPr>
          <p:nvPr>
            <p:ph type="title"/>
          </p:nvPr>
        </p:nvSpPr>
        <p:spPr>
          <a:xfrm>
            <a:off x="1079946" y="1105351"/>
            <a:ext cx="6420707" cy="3023981"/>
          </a:xfrm>
        </p:spPr>
        <p:txBody>
          <a:bodyPr vert="horz" lIns="91440" tIns="45720" rIns="91440" bIns="45720" rtlCol="0" anchor="b">
            <a:normAutofit/>
          </a:bodyPr>
          <a:lstStyle/>
          <a:p>
            <a:r>
              <a:rPr lang="en-US" sz="4800" spc="200">
                <a:solidFill>
                  <a:srgbClr val="FFFFFF"/>
                </a:solidFill>
              </a:rPr>
              <a:t>Exploratory Data Analysis (EDA)</a:t>
            </a:r>
          </a:p>
        </p:txBody>
      </p:sp>
      <p:cxnSp>
        <p:nvCxnSpPr>
          <p:cNvPr id="15" name="Straight Connector 14">
            <a:extLst>
              <a:ext uri="{FF2B5EF4-FFF2-40B4-BE49-F238E27FC236}">
                <a16:creationId xmlns:a16="http://schemas.microsoft.com/office/drawing/2014/main" id="{11534F52-E710-4998-921B-6147812C188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9946"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19D0A23D-BBDB-4BEA-8515-A7D0DF9B30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6334" y="620720"/>
            <a:ext cx="3425490" cy="55931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13423751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FE50DF-F9E7-C2EF-79E7-7EB69A45CE8E}"/>
              </a:ext>
            </a:extLst>
          </p:cNvPr>
          <p:cNvSpPr>
            <a:spLocks noGrp="1"/>
          </p:cNvSpPr>
          <p:nvPr>
            <p:ph type="title"/>
          </p:nvPr>
        </p:nvSpPr>
        <p:spPr>
          <a:xfrm>
            <a:off x="1024128" y="585216"/>
            <a:ext cx="8018272" cy="1499616"/>
          </a:xfrm>
        </p:spPr>
        <p:txBody>
          <a:bodyPr>
            <a:normAutofit/>
          </a:bodyPr>
          <a:lstStyle/>
          <a:p>
            <a:r>
              <a:rPr lang="en-CA" dirty="0"/>
              <a:t>Author’s Note</a:t>
            </a:r>
          </a:p>
        </p:txBody>
      </p:sp>
      <p:sp>
        <p:nvSpPr>
          <p:cNvPr id="3" name="Content Placeholder 2">
            <a:extLst>
              <a:ext uri="{FF2B5EF4-FFF2-40B4-BE49-F238E27FC236}">
                <a16:creationId xmlns:a16="http://schemas.microsoft.com/office/drawing/2014/main" id="{5F71231B-CB07-4716-A0A3-5B2ADDE57F2B}"/>
              </a:ext>
            </a:extLst>
          </p:cNvPr>
          <p:cNvSpPr>
            <a:spLocks noGrp="1"/>
          </p:cNvSpPr>
          <p:nvPr>
            <p:ph idx="1"/>
          </p:nvPr>
        </p:nvSpPr>
        <p:spPr>
          <a:xfrm>
            <a:off x="1024128" y="2286000"/>
            <a:ext cx="8018271" cy="4023360"/>
          </a:xfrm>
        </p:spPr>
        <p:txBody>
          <a:bodyPr>
            <a:normAutofit/>
          </a:bodyPr>
          <a:lstStyle/>
          <a:p>
            <a:r>
              <a:rPr lang="en-CA" dirty="0"/>
              <a:t>All of the analysis in this report is based solely on this dataset. Other than the information provided by the dataset's author, I have no way of verifying where the data came from or how it was collected. Because of this, the dataset may contain limitations or biases, such as incomplete reporting, confidentiality restrictions, or skewed results. These potential limitations should be kept in mind when interpreting the findings throughout this analysis.</a:t>
            </a:r>
          </a:p>
          <a:p>
            <a:r>
              <a:rPr lang="en-CA" dirty="0"/>
              <a:t>As a result, the analysis in this project is intended to identify patterns and areas for further investigation rather than make definitive claims about the industry as a whole. The findings should be viewed as observations based on the available data, not as conclusions that apply universally.</a:t>
            </a:r>
          </a:p>
        </p:txBody>
      </p:sp>
      <p:sp>
        <p:nvSpPr>
          <p:cNvPr id="8" name="Rectangle 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325601"/>
            <a:ext cx="2286920" cy="39080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Rectangle 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583348" y="4394539"/>
            <a:ext cx="2286920" cy="202972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5396658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880BE9B-2849-495A-AB0E-E80D71B32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4069936"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8A5A2B-1FBC-99CB-EB5B-3C246644CEE2}"/>
              </a:ext>
            </a:extLst>
          </p:cNvPr>
          <p:cNvSpPr>
            <a:spLocks noGrp="1"/>
          </p:cNvSpPr>
          <p:nvPr>
            <p:ph type="title"/>
          </p:nvPr>
        </p:nvSpPr>
        <p:spPr>
          <a:xfrm>
            <a:off x="310039" y="640080"/>
            <a:ext cx="3429855" cy="5613236"/>
          </a:xfrm>
        </p:spPr>
        <p:txBody>
          <a:bodyPr anchor="ctr">
            <a:normAutofit/>
          </a:bodyPr>
          <a:lstStyle/>
          <a:p>
            <a:r>
              <a:rPr lang="en-CA">
                <a:solidFill>
                  <a:srgbClr val="FFFFFF"/>
                </a:solidFill>
              </a:rPr>
              <a:t>Basic Information</a:t>
            </a:r>
          </a:p>
        </p:txBody>
      </p:sp>
      <p:sp>
        <p:nvSpPr>
          <p:cNvPr id="3" name="Content Placeholder 2">
            <a:extLst>
              <a:ext uri="{FF2B5EF4-FFF2-40B4-BE49-F238E27FC236}">
                <a16:creationId xmlns:a16="http://schemas.microsoft.com/office/drawing/2014/main" id="{3699E864-72BA-C3F1-262D-A048E36C9A1E}"/>
              </a:ext>
            </a:extLst>
          </p:cNvPr>
          <p:cNvSpPr>
            <a:spLocks noGrp="1"/>
          </p:cNvSpPr>
          <p:nvPr>
            <p:ph idx="1"/>
          </p:nvPr>
        </p:nvSpPr>
        <p:spPr>
          <a:xfrm>
            <a:off x="4699818" y="640080"/>
            <a:ext cx="7172138" cy="3745107"/>
          </a:xfrm>
        </p:spPr>
        <p:txBody>
          <a:bodyPr>
            <a:normAutofit/>
          </a:bodyPr>
          <a:lstStyle/>
          <a:p>
            <a:r>
              <a:rPr lang="en-CA" dirty="0"/>
              <a:t>The table below provides a summary of the key characteristics of the dataset. </a:t>
            </a:r>
            <a:r>
              <a:rPr lang="en-CA" b="1" dirty="0"/>
              <a:t>Count</a:t>
            </a:r>
            <a:r>
              <a:rPr lang="en-CA" dirty="0"/>
              <a:t> represents the total number of records, </a:t>
            </a:r>
            <a:r>
              <a:rPr lang="en-CA" b="1" dirty="0"/>
              <a:t>Unique</a:t>
            </a:r>
            <a:r>
              <a:rPr lang="en-CA" dirty="0"/>
              <a:t> shows the number of distinct values, </a:t>
            </a:r>
            <a:r>
              <a:rPr lang="en-CA" b="1" dirty="0"/>
              <a:t>Top</a:t>
            </a:r>
            <a:r>
              <a:rPr lang="en-CA" dirty="0"/>
              <a:t> indicates the most frequently occurring value, and </a:t>
            </a:r>
            <a:r>
              <a:rPr lang="en-CA" b="1" dirty="0"/>
              <a:t>Freq</a:t>
            </a:r>
            <a:r>
              <a:rPr lang="en-CA" dirty="0"/>
              <a:t> shows how many times that value appears in the dataset. From this table, we note that there are 439 elements in this table.</a:t>
            </a:r>
          </a:p>
        </p:txBody>
      </p:sp>
      <p:pic>
        <p:nvPicPr>
          <p:cNvPr id="5" name="Picture 4">
            <a:extLst>
              <a:ext uri="{FF2B5EF4-FFF2-40B4-BE49-F238E27FC236}">
                <a16:creationId xmlns:a16="http://schemas.microsoft.com/office/drawing/2014/main" id="{875D1FA9-E249-847D-76EF-8A2DB3F60ABE}"/>
              </a:ext>
            </a:extLst>
          </p:cNvPr>
          <p:cNvPicPr>
            <a:picLocks noChangeAspect="1"/>
          </p:cNvPicPr>
          <p:nvPr/>
        </p:nvPicPr>
        <p:blipFill>
          <a:blip r:embed="rId2"/>
          <a:stretch>
            <a:fillRect/>
          </a:stretch>
        </p:blipFill>
        <p:spPr>
          <a:xfrm>
            <a:off x="4175271" y="4686300"/>
            <a:ext cx="7696687" cy="1327679"/>
          </a:xfrm>
          <a:prstGeom prst="rect">
            <a:avLst/>
          </a:prstGeom>
        </p:spPr>
      </p:pic>
    </p:spTree>
    <p:extLst>
      <p:ext uri="{BB962C8B-B14F-4D97-AF65-F5344CB8AC3E}">
        <p14:creationId xmlns:p14="http://schemas.microsoft.com/office/powerpoint/2010/main" val="9879585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D20F9-3B26-8CBC-5115-36C3A96C0943}"/>
              </a:ext>
            </a:extLst>
          </p:cNvPr>
          <p:cNvSpPr>
            <a:spLocks noGrp="1"/>
          </p:cNvSpPr>
          <p:nvPr>
            <p:ph type="title"/>
          </p:nvPr>
        </p:nvSpPr>
        <p:spPr>
          <a:xfrm>
            <a:off x="1024128" y="585216"/>
            <a:ext cx="6066818" cy="1499616"/>
          </a:xfrm>
        </p:spPr>
        <p:txBody>
          <a:bodyPr>
            <a:normAutofit/>
          </a:bodyPr>
          <a:lstStyle/>
          <a:p>
            <a:r>
              <a:rPr lang="en-CA" dirty="0"/>
              <a:t>Frequency Counts of Accident Level</a:t>
            </a:r>
          </a:p>
        </p:txBody>
      </p:sp>
      <p:sp>
        <p:nvSpPr>
          <p:cNvPr id="3" name="Content Placeholder 2">
            <a:extLst>
              <a:ext uri="{FF2B5EF4-FFF2-40B4-BE49-F238E27FC236}">
                <a16:creationId xmlns:a16="http://schemas.microsoft.com/office/drawing/2014/main" id="{16C8F36C-9E91-403C-945C-4CE9613C3FEF}"/>
              </a:ext>
            </a:extLst>
          </p:cNvPr>
          <p:cNvSpPr>
            <a:spLocks noGrp="1"/>
          </p:cNvSpPr>
          <p:nvPr>
            <p:ph idx="1"/>
          </p:nvPr>
        </p:nvSpPr>
        <p:spPr>
          <a:xfrm>
            <a:off x="1024128" y="2286000"/>
            <a:ext cx="6066818" cy="4023360"/>
          </a:xfrm>
        </p:spPr>
        <p:txBody>
          <a:bodyPr>
            <a:normAutofit/>
          </a:bodyPr>
          <a:lstStyle/>
          <a:p>
            <a:r>
              <a:rPr lang="en-CA" dirty="0"/>
              <a:t>Most of the recorded accidents are relatively minor. However, as shown by the </a:t>
            </a:r>
            <a:r>
              <a:rPr lang="en-CA" b="1" dirty="0"/>
              <a:t>Potential Accident Level Chart</a:t>
            </a:r>
            <a:r>
              <a:rPr lang="en-CA" dirty="0"/>
              <a:t>, many of these incidents could have had much more serious consequences if circumstances had been slightly different. This shows the importance of treating even minor accidents seriously, as they can reveal hazards that have the potential to result in far more severe injuries. Note that VI was hidden in Potential Accident Level as only one accident was classified as such.</a:t>
            </a:r>
          </a:p>
        </p:txBody>
      </p:sp>
      <p:pic>
        <p:nvPicPr>
          <p:cNvPr id="7" name="Picture 6">
            <a:extLst>
              <a:ext uri="{FF2B5EF4-FFF2-40B4-BE49-F238E27FC236}">
                <a16:creationId xmlns:a16="http://schemas.microsoft.com/office/drawing/2014/main" id="{95F70FA9-E66B-F0E9-F20E-E9A808A67945}"/>
              </a:ext>
            </a:extLst>
          </p:cNvPr>
          <p:cNvPicPr>
            <a:picLocks noChangeAspect="1"/>
          </p:cNvPicPr>
          <p:nvPr/>
        </p:nvPicPr>
        <p:blipFill>
          <a:blip r:embed="rId2"/>
          <a:stretch>
            <a:fillRect/>
          </a:stretch>
        </p:blipFill>
        <p:spPr>
          <a:xfrm>
            <a:off x="7823112" y="640080"/>
            <a:ext cx="3457963" cy="2628053"/>
          </a:xfrm>
          <a:prstGeom prst="rect">
            <a:avLst/>
          </a:prstGeom>
        </p:spPr>
      </p:pic>
      <p:pic>
        <p:nvPicPr>
          <p:cNvPr id="5" name="Picture 4">
            <a:extLst>
              <a:ext uri="{FF2B5EF4-FFF2-40B4-BE49-F238E27FC236}">
                <a16:creationId xmlns:a16="http://schemas.microsoft.com/office/drawing/2014/main" id="{8AA3E48F-BBBB-3D19-5CEC-338979AFB254}"/>
              </a:ext>
            </a:extLst>
          </p:cNvPr>
          <p:cNvPicPr>
            <a:picLocks noChangeAspect="1"/>
          </p:cNvPicPr>
          <p:nvPr/>
        </p:nvPicPr>
        <p:blipFill>
          <a:blip r:embed="rId3"/>
          <a:stretch>
            <a:fillRect/>
          </a:stretch>
        </p:blipFill>
        <p:spPr>
          <a:xfrm>
            <a:off x="7805880" y="3589867"/>
            <a:ext cx="3492428" cy="2628053"/>
          </a:xfrm>
          <a:prstGeom prst="rect">
            <a:avLst/>
          </a:prstGeom>
        </p:spPr>
      </p:pic>
    </p:spTree>
    <p:extLst>
      <p:ext uri="{BB962C8B-B14F-4D97-AF65-F5344CB8AC3E}">
        <p14:creationId xmlns:p14="http://schemas.microsoft.com/office/powerpoint/2010/main" val="38843675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BB717F82-1948-4BF5-B31E-F8E018DE4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D9717A8-E3D7-5014-5001-0EBE1F369966}"/>
              </a:ext>
            </a:extLst>
          </p:cNvPr>
          <p:cNvSpPr>
            <a:spLocks noGrp="1"/>
          </p:cNvSpPr>
          <p:nvPr>
            <p:ph type="title"/>
          </p:nvPr>
        </p:nvSpPr>
        <p:spPr>
          <a:xfrm>
            <a:off x="1024128" y="459317"/>
            <a:ext cx="4389120" cy="1749552"/>
          </a:xfrm>
        </p:spPr>
        <p:txBody>
          <a:bodyPr>
            <a:normAutofit/>
          </a:bodyPr>
          <a:lstStyle/>
          <a:p>
            <a:r>
              <a:rPr lang="en-CA" sz="4400"/>
              <a:t>Accident Distribution Based On Country</a:t>
            </a:r>
          </a:p>
        </p:txBody>
      </p:sp>
      <p:cxnSp>
        <p:nvCxnSpPr>
          <p:cNvPr id="11" name="Straight Connector 10">
            <a:extLst>
              <a:ext uri="{FF2B5EF4-FFF2-40B4-BE49-F238E27FC236}">
                <a16:creationId xmlns:a16="http://schemas.microsoft.com/office/drawing/2014/main" id="{07AAE15F-6D59-4252-8427-D134C0066F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DF9A4195-E5A5-3775-84F2-74E1B5554654}"/>
              </a:ext>
            </a:extLst>
          </p:cNvPr>
          <p:cNvSpPr>
            <a:spLocks noGrp="1"/>
          </p:cNvSpPr>
          <p:nvPr>
            <p:ph idx="1"/>
          </p:nvPr>
        </p:nvSpPr>
        <p:spPr>
          <a:xfrm>
            <a:off x="1024129" y="2286000"/>
            <a:ext cx="4389120" cy="3931920"/>
          </a:xfrm>
        </p:spPr>
        <p:txBody>
          <a:bodyPr>
            <a:normAutofit/>
          </a:bodyPr>
          <a:lstStyle/>
          <a:p>
            <a:r>
              <a:rPr lang="en-CA" sz="1800" dirty="0"/>
              <a:t>Analysis: Country_01 has the greatest number of accidents out of all the other countries. However, this could be because more industry exists in that country, so we cannot say that the country is less safe. As the twelve Plants also follow a similar trend, I have chosen not to show their relative distribution (Also, it doesn’t reveal any new insights either). </a:t>
            </a:r>
          </a:p>
          <a:p>
            <a:r>
              <a:rPr lang="en-CA" sz="1800" dirty="0"/>
              <a:t>Furthermore, I have chosen not to show the Accident Level distribution for the pie chart representation (this one and the following ones) as they show the same insight as the previous slide and don’t reveal any new information.</a:t>
            </a:r>
          </a:p>
        </p:txBody>
      </p:sp>
      <p:pic>
        <p:nvPicPr>
          <p:cNvPr id="7" name="Picture 6">
            <a:extLst>
              <a:ext uri="{FF2B5EF4-FFF2-40B4-BE49-F238E27FC236}">
                <a16:creationId xmlns:a16="http://schemas.microsoft.com/office/drawing/2014/main" id="{10E51443-59C5-A46C-B9DD-CECC55763934}"/>
              </a:ext>
            </a:extLst>
          </p:cNvPr>
          <p:cNvPicPr>
            <a:picLocks noChangeAspect="1"/>
          </p:cNvPicPr>
          <p:nvPr/>
        </p:nvPicPr>
        <p:blipFill>
          <a:blip r:embed="rId2"/>
          <a:stretch>
            <a:fillRect/>
          </a:stretch>
        </p:blipFill>
        <p:spPr>
          <a:xfrm>
            <a:off x="7056116" y="1572332"/>
            <a:ext cx="4175762" cy="3716428"/>
          </a:xfrm>
          <a:prstGeom prst="rect">
            <a:avLst/>
          </a:prstGeom>
        </p:spPr>
      </p:pic>
    </p:spTree>
    <p:extLst>
      <p:ext uri="{BB962C8B-B14F-4D97-AF65-F5344CB8AC3E}">
        <p14:creationId xmlns:p14="http://schemas.microsoft.com/office/powerpoint/2010/main" val="40715950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 name="Rectangle 19">
            <a:extLst>
              <a:ext uri="{FF2B5EF4-FFF2-40B4-BE49-F238E27FC236}">
                <a16:creationId xmlns:a16="http://schemas.microsoft.com/office/drawing/2014/main" id="{BB717F82-1948-4BF5-B31E-F8E018DE4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9F24BC-8906-5E19-1EE1-77B501643C45}"/>
              </a:ext>
            </a:extLst>
          </p:cNvPr>
          <p:cNvSpPr>
            <a:spLocks noGrp="1"/>
          </p:cNvSpPr>
          <p:nvPr>
            <p:ph type="title"/>
          </p:nvPr>
        </p:nvSpPr>
        <p:spPr>
          <a:xfrm>
            <a:off x="1024128" y="459317"/>
            <a:ext cx="4389120" cy="1749552"/>
          </a:xfrm>
        </p:spPr>
        <p:txBody>
          <a:bodyPr>
            <a:normAutofit/>
          </a:bodyPr>
          <a:lstStyle/>
          <a:p>
            <a:r>
              <a:rPr lang="en-CA" sz="4400" dirty="0"/>
              <a:t>Accident Distribution Based On Industry</a:t>
            </a:r>
          </a:p>
        </p:txBody>
      </p:sp>
      <p:cxnSp>
        <p:nvCxnSpPr>
          <p:cNvPr id="21" name="Straight Connector 20">
            <a:extLst>
              <a:ext uri="{FF2B5EF4-FFF2-40B4-BE49-F238E27FC236}">
                <a16:creationId xmlns:a16="http://schemas.microsoft.com/office/drawing/2014/main" id="{07AAE15F-6D59-4252-8427-D134C0066F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6EA4ECF4-703F-5C59-A5F4-8EEA696EDCE6}"/>
              </a:ext>
            </a:extLst>
          </p:cNvPr>
          <p:cNvSpPr>
            <a:spLocks noGrp="1"/>
          </p:cNvSpPr>
          <p:nvPr>
            <p:ph idx="1"/>
          </p:nvPr>
        </p:nvSpPr>
        <p:spPr>
          <a:xfrm>
            <a:off x="1024129" y="2286000"/>
            <a:ext cx="4389120" cy="3931920"/>
          </a:xfrm>
        </p:spPr>
        <p:txBody>
          <a:bodyPr>
            <a:normAutofit/>
          </a:bodyPr>
          <a:lstStyle/>
          <a:p>
            <a:r>
              <a:rPr lang="en-CA" sz="1800" b="1"/>
              <a:t>Analysis:</a:t>
            </a:r>
            <a:r>
              <a:rPr lang="en-CA" sz="1800"/>
              <a:t> Mining has the highest number of recorded accidents in the dataset, followed by the Metals industry, with the remaining industries reporting considerably fewer incidents. This suggests that Mining and Metals may involve higher-risk working environments, likely due to the nature of the work, heavy machinery, and challenging operating conditions. However, without information such as the number of workers or hours worked in each industry, it is not possible to conclude that these industries are inherently less safe — only that they recorded more accidents in this dataset.</a:t>
            </a:r>
          </a:p>
        </p:txBody>
      </p:sp>
      <p:pic>
        <p:nvPicPr>
          <p:cNvPr id="5" name="Picture 4">
            <a:extLst>
              <a:ext uri="{FF2B5EF4-FFF2-40B4-BE49-F238E27FC236}">
                <a16:creationId xmlns:a16="http://schemas.microsoft.com/office/drawing/2014/main" id="{0A2206A6-0DA1-B4C6-0328-139337D13882}"/>
              </a:ext>
            </a:extLst>
          </p:cNvPr>
          <p:cNvPicPr>
            <a:picLocks noChangeAspect="1"/>
          </p:cNvPicPr>
          <p:nvPr/>
        </p:nvPicPr>
        <p:blipFill>
          <a:blip r:embed="rId2"/>
          <a:stretch>
            <a:fillRect/>
          </a:stretch>
        </p:blipFill>
        <p:spPr>
          <a:xfrm>
            <a:off x="7056116" y="1449189"/>
            <a:ext cx="4175762" cy="3962713"/>
          </a:xfrm>
          <a:prstGeom prst="rect">
            <a:avLst/>
          </a:prstGeom>
        </p:spPr>
      </p:pic>
    </p:spTree>
    <p:extLst>
      <p:ext uri="{BB962C8B-B14F-4D97-AF65-F5344CB8AC3E}">
        <p14:creationId xmlns:p14="http://schemas.microsoft.com/office/powerpoint/2010/main" val="425907365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BB717F82-1948-4BF5-B31E-F8E018DE4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C63BB7-ACB9-3FF2-3D33-82A85C339E22}"/>
              </a:ext>
            </a:extLst>
          </p:cNvPr>
          <p:cNvSpPr>
            <a:spLocks noGrp="1"/>
          </p:cNvSpPr>
          <p:nvPr>
            <p:ph type="title"/>
          </p:nvPr>
        </p:nvSpPr>
        <p:spPr>
          <a:xfrm>
            <a:off x="1024128" y="459317"/>
            <a:ext cx="4389120" cy="1749552"/>
          </a:xfrm>
        </p:spPr>
        <p:txBody>
          <a:bodyPr vert="horz" lIns="91440" tIns="45720" rIns="91440" bIns="45720" rtlCol="0" anchor="ctr">
            <a:normAutofit/>
          </a:bodyPr>
          <a:lstStyle/>
          <a:p>
            <a:r>
              <a:rPr lang="en-US" sz="4400" kern="1200" cap="all" spc="100" baseline="0">
                <a:solidFill>
                  <a:schemeClr val="tx1">
                    <a:lumMod val="90000"/>
                    <a:lumOff val="10000"/>
                  </a:schemeClr>
                </a:solidFill>
                <a:latin typeface="+mj-lt"/>
                <a:ea typeface="+mj-ea"/>
                <a:cs typeface="+mj-cs"/>
              </a:rPr>
              <a:t>Accidents Based On Sex</a:t>
            </a:r>
          </a:p>
        </p:txBody>
      </p:sp>
      <p:cxnSp>
        <p:nvCxnSpPr>
          <p:cNvPr id="13" name="Straight Connector 12">
            <a:extLst>
              <a:ext uri="{FF2B5EF4-FFF2-40B4-BE49-F238E27FC236}">
                <a16:creationId xmlns:a16="http://schemas.microsoft.com/office/drawing/2014/main" id="{07AAE15F-6D59-4252-8427-D134C0066F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7A5C9915-639B-F899-999F-5E43F34762D5}"/>
              </a:ext>
            </a:extLst>
          </p:cNvPr>
          <p:cNvSpPr txBox="1"/>
          <p:nvPr/>
        </p:nvSpPr>
        <p:spPr>
          <a:xfrm>
            <a:off x="1024129" y="2286000"/>
            <a:ext cx="4389120" cy="3931920"/>
          </a:xfrm>
          <a:prstGeom prst="rect">
            <a:avLst/>
          </a:prstGeom>
        </p:spPr>
        <p:txBody>
          <a:bodyPr vert="horz" lIns="45720" tIns="45720" rIns="45720" bIns="45720" rtlCol="0">
            <a:normAutofit/>
          </a:bodyPr>
          <a:lstStyle/>
          <a:p>
            <a:pPr defTabSz="914400">
              <a:lnSpc>
                <a:spcPct val="90000"/>
              </a:lnSpc>
              <a:spcAft>
                <a:spcPts val="600"/>
              </a:spcAft>
              <a:buClr>
                <a:schemeClr val="accent2"/>
              </a:buClr>
            </a:pPr>
            <a:r>
              <a:rPr lang="en-US" b="1" dirty="0"/>
              <a:t>Analysis:</a:t>
            </a:r>
            <a:r>
              <a:rPr lang="en-US" dirty="0"/>
              <a:t> The data shows that significantly more injuries involve males than females. While this might suggest that men experience more workplace accidents, it is important to consider the workforce makeup. Industries such as mining and metals are traditionally male-dominated, so the higher number of male injuries is likely influenced by the larger number of men working in these environments. Without knowing the proportion of male and female workers, it is not possible to conclude that one sex is more at risk than the other.</a:t>
            </a:r>
          </a:p>
        </p:txBody>
      </p:sp>
      <p:pic>
        <p:nvPicPr>
          <p:cNvPr id="5" name="Picture 4">
            <a:extLst>
              <a:ext uri="{FF2B5EF4-FFF2-40B4-BE49-F238E27FC236}">
                <a16:creationId xmlns:a16="http://schemas.microsoft.com/office/drawing/2014/main" id="{BB767CCF-AB9B-27BD-9DF1-5359ED803483}"/>
              </a:ext>
            </a:extLst>
          </p:cNvPr>
          <p:cNvPicPr>
            <a:picLocks noChangeAspect="1"/>
          </p:cNvPicPr>
          <p:nvPr/>
        </p:nvPicPr>
        <p:blipFill>
          <a:blip r:embed="rId2"/>
          <a:stretch>
            <a:fillRect/>
          </a:stretch>
        </p:blipFill>
        <p:spPr>
          <a:xfrm>
            <a:off x="7056116" y="1448919"/>
            <a:ext cx="4175762" cy="3963253"/>
          </a:xfrm>
          <a:prstGeom prst="rect">
            <a:avLst/>
          </a:prstGeom>
        </p:spPr>
      </p:pic>
    </p:spTree>
    <p:extLst>
      <p:ext uri="{BB962C8B-B14F-4D97-AF65-F5344CB8AC3E}">
        <p14:creationId xmlns:p14="http://schemas.microsoft.com/office/powerpoint/2010/main" val="294392535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B717F82-1948-4BF5-B31E-F8E018DE40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609599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754BBAD-441B-0797-8256-112F746DEEC8}"/>
              </a:ext>
            </a:extLst>
          </p:cNvPr>
          <p:cNvSpPr>
            <a:spLocks noGrp="1"/>
          </p:cNvSpPr>
          <p:nvPr>
            <p:ph type="title"/>
          </p:nvPr>
        </p:nvSpPr>
        <p:spPr>
          <a:xfrm>
            <a:off x="1024128" y="459317"/>
            <a:ext cx="4389120" cy="1749552"/>
          </a:xfrm>
        </p:spPr>
        <p:txBody>
          <a:bodyPr>
            <a:normAutofit/>
          </a:bodyPr>
          <a:lstStyle/>
          <a:p>
            <a:r>
              <a:rPr lang="en-CA" sz="4400"/>
              <a:t>Accident Distribution Based on Person </a:t>
            </a:r>
          </a:p>
        </p:txBody>
      </p:sp>
      <p:cxnSp>
        <p:nvCxnSpPr>
          <p:cNvPr id="12" name="Straight Connector 11">
            <a:extLst>
              <a:ext uri="{FF2B5EF4-FFF2-40B4-BE49-F238E27FC236}">
                <a16:creationId xmlns:a16="http://schemas.microsoft.com/office/drawing/2014/main" id="{07AAE15F-6D59-4252-8427-D134C0066F9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762000" y="826324"/>
            <a:ext cx="0" cy="914400"/>
          </a:xfrm>
          <a:prstGeom prst="line">
            <a:avLst/>
          </a:prstGeom>
          <a:ln w="190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9" name="Content Placeholder 8">
            <a:extLst>
              <a:ext uri="{FF2B5EF4-FFF2-40B4-BE49-F238E27FC236}">
                <a16:creationId xmlns:a16="http://schemas.microsoft.com/office/drawing/2014/main" id="{D0F0D016-D27E-A558-F9F3-91389181D154}"/>
              </a:ext>
            </a:extLst>
          </p:cNvPr>
          <p:cNvSpPr>
            <a:spLocks noGrp="1"/>
          </p:cNvSpPr>
          <p:nvPr>
            <p:ph idx="1"/>
          </p:nvPr>
        </p:nvSpPr>
        <p:spPr>
          <a:xfrm>
            <a:off x="1024129" y="2286000"/>
            <a:ext cx="4389120" cy="3931920"/>
          </a:xfrm>
        </p:spPr>
        <p:txBody>
          <a:bodyPr>
            <a:normAutofit/>
          </a:bodyPr>
          <a:lstStyle/>
          <a:p>
            <a:r>
              <a:rPr lang="en-CA" sz="1800"/>
              <a:t>Analysis: The dataset shows that a surprisingly high number of recorded injuries involve </a:t>
            </a:r>
            <a:r>
              <a:rPr lang="en-CA" sz="1800" b="1"/>
              <a:t>Third Party Persons</a:t>
            </a:r>
            <a:r>
              <a:rPr lang="en-CA" sz="1800"/>
              <a:t>. Most people would expect employees to make up the majority of workplace accidents, so this stands out. A possible reason is that third-party workers, such as contractors or visitors, may not be as familiar with the site's safety procedures or work environment as regular employees. This finding suggests that more attention may be needed to ensure everyone on site, not just employees, is properly informed about workplace safety.</a:t>
            </a:r>
          </a:p>
        </p:txBody>
      </p:sp>
      <p:pic>
        <p:nvPicPr>
          <p:cNvPr id="7" name="Picture 6">
            <a:extLst>
              <a:ext uri="{FF2B5EF4-FFF2-40B4-BE49-F238E27FC236}">
                <a16:creationId xmlns:a16="http://schemas.microsoft.com/office/drawing/2014/main" id="{D104BE3C-9CA9-A10A-1522-CDA68001CC5F}"/>
              </a:ext>
            </a:extLst>
          </p:cNvPr>
          <p:cNvPicPr>
            <a:picLocks noChangeAspect="1"/>
          </p:cNvPicPr>
          <p:nvPr/>
        </p:nvPicPr>
        <p:blipFill>
          <a:blip r:embed="rId2"/>
          <a:srcRect r="4" b="3266"/>
          <a:stretch>
            <a:fillRect/>
          </a:stretch>
        </p:blipFill>
        <p:spPr>
          <a:xfrm>
            <a:off x="7056116" y="1799581"/>
            <a:ext cx="4175762" cy="3261930"/>
          </a:xfrm>
          <a:prstGeom prst="rect">
            <a:avLst/>
          </a:prstGeom>
        </p:spPr>
      </p:pic>
    </p:spTree>
    <p:extLst>
      <p:ext uri="{BB962C8B-B14F-4D97-AF65-F5344CB8AC3E}">
        <p14:creationId xmlns:p14="http://schemas.microsoft.com/office/powerpoint/2010/main" val="3184916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31756C-63C2-A9BD-3067-115C21EC6FCD}"/>
              </a:ext>
            </a:extLst>
          </p:cNvPr>
          <p:cNvSpPr>
            <a:spLocks noGrp="1"/>
          </p:cNvSpPr>
          <p:nvPr>
            <p:ph type="title"/>
          </p:nvPr>
        </p:nvSpPr>
        <p:spPr>
          <a:xfrm>
            <a:off x="1024128" y="585216"/>
            <a:ext cx="4732244" cy="1499616"/>
          </a:xfrm>
        </p:spPr>
        <p:txBody>
          <a:bodyPr>
            <a:normAutofit/>
          </a:bodyPr>
          <a:lstStyle/>
          <a:p>
            <a:r>
              <a:rPr lang="en-CA" dirty="0"/>
              <a:t>Causes of Injuries</a:t>
            </a:r>
          </a:p>
        </p:txBody>
      </p:sp>
      <p:sp>
        <p:nvSpPr>
          <p:cNvPr id="11" name="Content Placeholder 10">
            <a:extLst>
              <a:ext uri="{FF2B5EF4-FFF2-40B4-BE49-F238E27FC236}">
                <a16:creationId xmlns:a16="http://schemas.microsoft.com/office/drawing/2014/main" id="{697CBC7B-C469-96A7-F0FA-50530078FE21}"/>
              </a:ext>
            </a:extLst>
          </p:cNvPr>
          <p:cNvSpPr>
            <a:spLocks noGrp="1"/>
          </p:cNvSpPr>
          <p:nvPr>
            <p:ph idx="1"/>
          </p:nvPr>
        </p:nvSpPr>
        <p:spPr>
          <a:xfrm>
            <a:off x="618744" y="2007457"/>
            <a:ext cx="4985421" cy="4462272"/>
          </a:xfrm>
        </p:spPr>
        <p:txBody>
          <a:bodyPr>
            <a:normAutofit fontScale="92500"/>
          </a:bodyPr>
          <a:lstStyle/>
          <a:p>
            <a:r>
              <a:rPr lang="en-CA" dirty="0"/>
              <a:t>**NOT ALL CAUSES LISTED IN IMAGE**</a:t>
            </a:r>
          </a:p>
          <a:p>
            <a:r>
              <a:rPr lang="en-CA" dirty="0"/>
              <a:t>There are 34 unique causes listed in the dataset. However, more than half of all accidents are grouped under </a:t>
            </a:r>
            <a:r>
              <a:rPr lang="en-CA" b="1" dirty="0"/>
              <a:t>"Others,"</a:t>
            </a:r>
            <a:r>
              <a:rPr lang="en-CA" dirty="0"/>
              <a:t> making it difficult to determine the most common causes of workplace accidents. Even so, the data reveals some interesting insights. A small number of injuries were caused by factors such as venomous animals. While these hazards are not directly related to mining equipment or operations, they are still part of the work environment. This shows the importance of taking appropriate precautions against environmental hazards, even if they are outside the company's direct control.</a:t>
            </a:r>
          </a:p>
        </p:txBody>
      </p:sp>
      <p:sp>
        <p:nvSpPr>
          <p:cNvPr id="17" name="Rectangle 16">
            <a:extLst>
              <a:ext uri="{FF2B5EF4-FFF2-40B4-BE49-F238E27FC236}">
                <a16:creationId xmlns:a16="http://schemas.microsoft.com/office/drawing/2014/main" id="{51CAEDA1-2D9E-4101-B553-8060F59F8A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083275" y="0"/>
            <a:ext cx="610545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D8AF0666-DC61-45FB-A7C3-3666814B1A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009" y="321731"/>
            <a:ext cx="3932506" cy="3662235"/>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9B059B60-C62C-A5F3-7D4B-52B063A8ABFB}"/>
              </a:ext>
            </a:extLst>
          </p:cNvPr>
          <p:cNvPicPr>
            <a:picLocks noChangeAspect="1"/>
          </p:cNvPicPr>
          <p:nvPr/>
        </p:nvPicPr>
        <p:blipFill>
          <a:blip r:embed="rId2"/>
          <a:stretch>
            <a:fillRect/>
          </a:stretch>
        </p:blipFill>
        <p:spPr>
          <a:xfrm>
            <a:off x="6966508" y="484068"/>
            <a:ext cx="2809507" cy="3337560"/>
          </a:xfrm>
          <a:prstGeom prst="rect">
            <a:avLst/>
          </a:prstGeom>
        </p:spPr>
      </p:pic>
      <p:sp>
        <p:nvSpPr>
          <p:cNvPr id="24" name="Rectangle 23">
            <a:extLst>
              <a:ext uri="{FF2B5EF4-FFF2-40B4-BE49-F238E27FC236}">
                <a16:creationId xmlns:a16="http://schemas.microsoft.com/office/drawing/2014/main" id="{EF8AA041-5690-47D3-93E9-B8DE194D72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509128" y="321732"/>
            <a:ext cx="1352695" cy="3668542"/>
          </a:xfrm>
          <a:prstGeom prst="rect">
            <a:avLst/>
          </a:prstGeom>
          <a:solidFill>
            <a:srgbClr val="FFFFFF">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25">
            <a:extLst>
              <a:ext uri="{FF2B5EF4-FFF2-40B4-BE49-F238E27FC236}">
                <a16:creationId xmlns:a16="http://schemas.microsoft.com/office/drawing/2014/main" id="{592E6D62-9EA0-4821-A9F1-919E480D58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5008" y="4157447"/>
            <a:ext cx="2104750" cy="2312282"/>
          </a:xfrm>
          <a:prstGeom prst="rect">
            <a:avLst/>
          </a:prstGeom>
          <a:solidFill>
            <a:schemeClr val="accent2">
              <a:lumMod val="75000"/>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939F7F10-4ADB-4678-918B-BC14986303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70625" y="4157447"/>
            <a:ext cx="3206709" cy="2312282"/>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85D38586-D223-3B98-2916-3F5156AE75EB}"/>
              </a:ext>
            </a:extLst>
          </p:cNvPr>
          <p:cNvPicPr>
            <a:picLocks noChangeAspect="1"/>
          </p:cNvPicPr>
          <p:nvPr/>
        </p:nvPicPr>
        <p:blipFill>
          <a:blip r:embed="rId3"/>
          <a:stretch>
            <a:fillRect/>
          </a:stretch>
        </p:blipFill>
        <p:spPr>
          <a:xfrm>
            <a:off x="8833799" y="4817215"/>
            <a:ext cx="2880360" cy="992745"/>
          </a:xfrm>
          <a:prstGeom prst="rect">
            <a:avLst/>
          </a:prstGeom>
        </p:spPr>
      </p:pic>
    </p:spTree>
    <p:extLst>
      <p:ext uri="{BB962C8B-B14F-4D97-AF65-F5344CB8AC3E}">
        <p14:creationId xmlns:p14="http://schemas.microsoft.com/office/powerpoint/2010/main" val="238399719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2D593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8EDD5A3-737D-FC95-EB57-6CABD4240F49}"/>
              </a:ext>
            </a:extLst>
          </p:cNvPr>
          <p:cNvSpPr>
            <a:spLocks noGrp="1"/>
          </p:cNvSpPr>
          <p:nvPr>
            <p:ph type="title"/>
          </p:nvPr>
        </p:nvSpPr>
        <p:spPr>
          <a:xfrm>
            <a:off x="524256" y="4767072"/>
            <a:ext cx="6594189" cy="1625210"/>
          </a:xfrm>
        </p:spPr>
        <p:txBody>
          <a:bodyPr>
            <a:normAutofit/>
          </a:bodyPr>
          <a:lstStyle/>
          <a:p>
            <a:pPr algn="r"/>
            <a:r>
              <a:rPr lang="en-CA">
                <a:solidFill>
                  <a:srgbClr val="FFFFFF"/>
                </a:solidFill>
              </a:rPr>
              <a:t>Accident Level and Potential Accident LevEl </a:t>
            </a:r>
          </a:p>
        </p:txBody>
      </p:sp>
      <p:pic>
        <p:nvPicPr>
          <p:cNvPr id="5" name="Picture 4">
            <a:extLst>
              <a:ext uri="{FF2B5EF4-FFF2-40B4-BE49-F238E27FC236}">
                <a16:creationId xmlns:a16="http://schemas.microsoft.com/office/drawing/2014/main" id="{93987A56-F596-6B8D-18CA-6062FF7E99C9}"/>
              </a:ext>
            </a:extLst>
          </p:cNvPr>
          <p:cNvPicPr>
            <a:picLocks noChangeAspect="1"/>
          </p:cNvPicPr>
          <p:nvPr/>
        </p:nvPicPr>
        <p:blipFill>
          <a:blip r:embed="rId2"/>
          <a:srcRect r="44150" b="-1"/>
          <a:stretch>
            <a:fillRect/>
          </a:stretch>
        </p:blipFill>
        <p:spPr>
          <a:xfrm>
            <a:off x="327547" y="321733"/>
            <a:ext cx="7058306" cy="4107392"/>
          </a:xfrm>
          <a:prstGeom prst="rect">
            <a:avLst/>
          </a:prstGeom>
        </p:spPr>
      </p:pic>
      <p:sp>
        <p:nvSpPr>
          <p:cNvPr id="12" name="Rectangle 11">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BF918E48-96F0-4035-7E3D-B05A86996F99}"/>
              </a:ext>
            </a:extLst>
          </p:cNvPr>
          <p:cNvSpPr>
            <a:spLocks noGrp="1"/>
          </p:cNvSpPr>
          <p:nvPr>
            <p:ph idx="1"/>
          </p:nvPr>
        </p:nvSpPr>
        <p:spPr>
          <a:xfrm>
            <a:off x="8029319" y="917725"/>
            <a:ext cx="3424739" cy="4852362"/>
          </a:xfrm>
        </p:spPr>
        <p:txBody>
          <a:bodyPr anchor="ctr">
            <a:normAutofit/>
          </a:bodyPr>
          <a:lstStyle/>
          <a:p>
            <a:pPr marL="0" indent="0">
              <a:buNone/>
            </a:pPr>
            <a:r>
              <a:rPr lang="en-CA" dirty="0">
                <a:solidFill>
                  <a:srgbClr val="FFFFFF"/>
                </a:solidFill>
              </a:rPr>
              <a:t>Analysis: By using a custom function, we find that the mean of the Accident Levels in this dataset is ~1.5 and the mean of the Potential Accident Levels is ~3.0 in this dataset. This means that, on average, the actual accident that occurred is around ½ the severity of it’s worst-case scenario</a:t>
            </a:r>
          </a:p>
        </p:txBody>
      </p:sp>
    </p:spTree>
    <p:extLst>
      <p:ext uri="{BB962C8B-B14F-4D97-AF65-F5344CB8AC3E}">
        <p14:creationId xmlns:p14="http://schemas.microsoft.com/office/powerpoint/2010/main" val="24206724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rgbClr val="486D7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96200F0-F6AF-59F4-BED3-3478F5CCA43B}"/>
              </a:ext>
            </a:extLst>
          </p:cNvPr>
          <p:cNvSpPr>
            <a:spLocks noGrp="1"/>
          </p:cNvSpPr>
          <p:nvPr>
            <p:ph type="title"/>
          </p:nvPr>
        </p:nvSpPr>
        <p:spPr>
          <a:xfrm>
            <a:off x="524256" y="4767072"/>
            <a:ext cx="6594189" cy="1625210"/>
          </a:xfrm>
        </p:spPr>
        <p:txBody>
          <a:bodyPr>
            <a:normAutofit/>
          </a:bodyPr>
          <a:lstStyle/>
          <a:p>
            <a:pPr algn="r"/>
            <a:r>
              <a:rPr lang="en-CA">
                <a:solidFill>
                  <a:srgbClr val="FFFFFF"/>
                </a:solidFill>
              </a:rPr>
              <a:t>Standard Deviation of the Ratio</a:t>
            </a:r>
          </a:p>
        </p:txBody>
      </p:sp>
      <p:pic>
        <p:nvPicPr>
          <p:cNvPr id="7" name="Picture 6">
            <a:extLst>
              <a:ext uri="{FF2B5EF4-FFF2-40B4-BE49-F238E27FC236}">
                <a16:creationId xmlns:a16="http://schemas.microsoft.com/office/drawing/2014/main" id="{C040FDC9-77D8-4560-70F2-421E32B42C2A}"/>
              </a:ext>
            </a:extLst>
          </p:cNvPr>
          <p:cNvPicPr>
            <a:picLocks noChangeAspect="1"/>
          </p:cNvPicPr>
          <p:nvPr/>
        </p:nvPicPr>
        <p:blipFill>
          <a:blip r:embed="rId2"/>
          <a:srcRect r="47587"/>
          <a:stretch>
            <a:fillRect/>
          </a:stretch>
        </p:blipFill>
        <p:spPr>
          <a:xfrm>
            <a:off x="327547" y="321733"/>
            <a:ext cx="7058306" cy="4107392"/>
          </a:xfrm>
          <a:prstGeom prst="rect">
            <a:avLst/>
          </a:prstGeom>
        </p:spPr>
      </p:pic>
      <p:sp>
        <p:nvSpPr>
          <p:cNvPr id="14" name="Rectangle 13">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F6C635D2-C45E-4EF0-61B0-A2E3B6A4F64B}"/>
              </a:ext>
            </a:extLst>
          </p:cNvPr>
          <p:cNvSpPr>
            <a:spLocks noGrp="1"/>
          </p:cNvSpPr>
          <p:nvPr>
            <p:ph idx="1"/>
          </p:nvPr>
        </p:nvSpPr>
        <p:spPr>
          <a:xfrm>
            <a:off x="8029319" y="917725"/>
            <a:ext cx="3424739" cy="4852362"/>
          </a:xfrm>
        </p:spPr>
        <p:txBody>
          <a:bodyPr anchor="ctr">
            <a:normAutofit/>
          </a:bodyPr>
          <a:lstStyle/>
          <a:p>
            <a:r>
              <a:rPr lang="en-CA" dirty="0">
                <a:solidFill>
                  <a:srgbClr val="FFFFFF"/>
                </a:solidFill>
              </a:rPr>
              <a:t>The Ratio mentioned from last slide is 53.4% and the standard deviation of the ratio, 27.8%, suggests moderate variability, meaning that while actual accidents were generally about half as severe as their potential outcomes, the proportion differed noticeably across individual incidents.</a:t>
            </a:r>
          </a:p>
        </p:txBody>
      </p:sp>
    </p:spTree>
    <p:extLst>
      <p:ext uri="{BB962C8B-B14F-4D97-AF65-F5344CB8AC3E}">
        <p14:creationId xmlns:p14="http://schemas.microsoft.com/office/powerpoint/2010/main" val="29407502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4038CB10-1F5C-4D54-9DF7-12586DE5B0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27546" y="4572000"/>
            <a:ext cx="7058307" cy="1964266"/>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C9AB10C-6B8C-95B1-DBA6-33C72B81F7F8}"/>
              </a:ext>
            </a:extLst>
          </p:cNvPr>
          <p:cNvSpPr>
            <a:spLocks noGrp="1"/>
          </p:cNvSpPr>
          <p:nvPr>
            <p:ph type="title"/>
          </p:nvPr>
        </p:nvSpPr>
        <p:spPr>
          <a:xfrm>
            <a:off x="524256" y="4767072"/>
            <a:ext cx="6594189" cy="1625210"/>
          </a:xfrm>
        </p:spPr>
        <p:txBody>
          <a:bodyPr vert="horz" lIns="91440" tIns="45720" rIns="91440" bIns="45720" rtlCol="0" anchor="ctr">
            <a:normAutofit/>
          </a:bodyPr>
          <a:lstStyle/>
          <a:p>
            <a:pPr algn="r"/>
            <a:r>
              <a:rPr lang="en-US">
                <a:solidFill>
                  <a:srgbClr val="FFFFFF"/>
                </a:solidFill>
              </a:rPr>
              <a:t>Trend of Accidents Based on Time</a:t>
            </a:r>
          </a:p>
        </p:txBody>
      </p:sp>
      <p:pic>
        <p:nvPicPr>
          <p:cNvPr id="9" name="Picture 8">
            <a:extLst>
              <a:ext uri="{FF2B5EF4-FFF2-40B4-BE49-F238E27FC236}">
                <a16:creationId xmlns:a16="http://schemas.microsoft.com/office/drawing/2014/main" id="{90B56044-8D63-EA69-88A7-10E9CCA3A402}"/>
              </a:ext>
            </a:extLst>
          </p:cNvPr>
          <p:cNvPicPr>
            <a:picLocks noChangeAspect="1"/>
          </p:cNvPicPr>
          <p:nvPr/>
        </p:nvPicPr>
        <p:blipFill>
          <a:blip r:embed="rId2"/>
          <a:srcRect l="-890" r="-535" b="-1"/>
          <a:stretch>
            <a:fillRect/>
          </a:stretch>
        </p:blipFill>
        <p:spPr>
          <a:xfrm>
            <a:off x="321732" y="764494"/>
            <a:ext cx="7036656" cy="3278117"/>
          </a:xfrm>
          <a:prstGeom prst="rect">
            <a:avLst/>
          </a:prstGeom>
        </p:spPr>
      </p:pic>
      <p:sp>
        <p:nvSpPr>
          <p:cNvPr id="40" name="Rectangle 39">
            <a:extLst>
              <a:ext uri="{FF2B5EF4-FFF2-40B4-BE49-F238E27FC236}">
                <a16:creationId xmlns:a16="http://schemas.microsoft.com/office/drawing/2014/main" id="{73ED6512-6858-4552-B699-9A97FE9A4E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34655" y="321732"/>
            <a:ext cx="4335613" cy="621453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0F5585C4-A74E-7764-1B48-8283364A94BC}"/>
              </a:ext>
            </a:extLst>
          </p:cNvPr>
          <p:cNvSpPr txBox="1"/>
          <p:nvPr/>
        </p:nvSpPr>
        <p:spPr>
          <a:xfrm>
            <a:off x="8029319" y="917725"/>
            <a:ext cx="3424739" cy="4852362"/>
          </a:xfrm>
          <a:prstGeom prst="rect">
            <a:avLst/>
          </a:prstGeom>
        </p:spPr>
        <p:txBody>
          <a:bodyPr vert="horz" lIns="45720" tIns="45720" rIns="45720" bIns="45720" rtlCol="0" anchor="ctr">
            <a:normAutofit/>
          </a:bodyPr>
          <a:lstStyle/>
          <a:p>
            <a:pPr defTabSz="914400">
              <a:lnSpc>
                <a:spcPct val="90000"/>
              </a:lnSpc>
              <a:spcAft>
                <a:spcPts val="600"/>
              </a:spcAft>
              <a:buClr>
                <a:schemeClr val="accent2"/>
              </a:buClr>
            </a:pPr>
            <a:r>
              <a:rPr lang="en-US" b="1" dirty="0">
                <a:solidFill>
                  <a:srgbClr val="FFFFFF"/>
                </a:solidFill>
              </a:rPr>
              <a:t>Analysis:</a:t>
            </a:r>
            <a:r>
              <a:rPr lang="en-US" dirty="0">
                <a:solidFill>
                  <a:srgbClr val="FFFFFF"/>
                </a:solidFill>
              </a:rPr>
              <a:t> Both the 2016 March and 2017 March stand out as the months with the highest number of accidents before the numbers begin to drop again. This may simply be a coincidence, but it could also suggest that certain factors during this time of year contribute to a higher number of accidents. It would be worth exploring whether seasonal conditions, workload, or other real-world factors play a role. Overall, despite the spike in March, the general trend shows that the number of accidents decreased over time.</a:t>
            </a:r>
          </a:p>
        </p:txBody>
      </p:sp>
    </p:spTree>
    <p:extLst>
      <p:ext uri="{BB962C8B-B14F-4D97-AF65-F5344CB8AC3E}">
        <p14:creationId xmlns:p14="http://schemas.microsoft.com/office/powerpoint/2010/main" val="19369954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A46FAFB-0B8A-184A-CD0D-C700183D2BD9}"/>
            </a:ext>
          </a:extLst>
        </p:cNvPr>
        <p:cNvGrpSpPr/>
        <p:nvPr/>
      </p:nvGrpSpPr>
      <p:grpSpPr>
        <a:xfrm>
          <a:off x="0" y="0"/>
          <a:ext cx="0" cy="0"/>
          <a:chOff x="0" y="0"/>
          <a:chExt cx="0" cy="0"/>
        </a:xfrm>
      </p:grpSpPr>
      <p:sp>
        <p:nvSpPr>
          <p:cNvPr id="7" name="Rectangle 6">
            <a:extLst>
              <a:ext uri="{FF2B5EF4-FFF2-40B4-BE49-F238E27FC236}">
                <a16:creationId xmlns:a16="http://schemas.microsoft.com/office/drawing/2014/main" id="{F0ED6F30-B155-E372-C816-A454BA44DD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2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cxnSp>
        <p:nvCxnSpPr>
          <p:cNvPr id="9" name="Straight Connector 8">
            <a:extLst>
              <a:ext uri="{FF2B5EF4-FFF2-40B4-BE49-F238E27FC236}">
                <a16:creationId xmlns:a16="http://schemas.microsoft.com/office/drawing/2014/main" id="{261F3781-2655-5F5A-0536-E9AEF9235DAD}"/>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V="1">
            <a:off x="838684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Rectangle 10">
            <a:extLst>
              <a:ext uri="{FF2B5EF4-FFF2-40B4-BE49-F238E27FC236}">
                <a16:creationId xmlns:a16="http://schemas.microsoft.com/office/drawing/2014/main" id="{81AAD32C-1A76-5684-788C-64BB84BB87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0"/>
            <a:ext cx="12188726" cy="685897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13" name="Rectangle 12">
            <a:extLst>
              <a:ext uri="{FF2B5EF4-FFF2-40B4-BE49-F238E27FC236}">
                <a16:creationId xmlns:a16="http://schemas.microsoft.com/office/drawing/2014/main" id="{8CB60BA9-43FB-8F39-E1E5-772C82BF44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2258" y="620720"/>
            <a:ext cx="7315732" cy="55931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Tw Cen MT" panose="020B0602020104020603"/>
              <a:ea typeface="+mn-ea"/>
              <a:cs typeface="+mn-cs"/>
            </a:endParaRPr>
          </a:p>
        </p:txBody>
      </p:sp>
      <p:sp>
        <p:nvSpPr>
          <p:cNvPr id="2" name="Title 1">
            <a:extLst>
              <a:ext uri="{FF2B5EF4-FFF2-40B4-BE49-F238E27FC236}">
                <a16:creationId xmlns:a16="http://schemas.microsoft.com/office/drawing/2014/main" id="{293C743C-E28C-9C90-F97E-AB3952D019FA}"/>
              </a:ext>
            </a:extLst>
          </p:cNvPr>
          <p:cNvSpPr>
            <a:spLocks noGrp="1"/>
          </p:cNvSpPr>
          <p:nvPr>
            <p:ph type="title"/>
          </p:nvPr>
        </p:nvSpPr>
        <p:spPr>
          <a:xfrm>
            <a:off x="1079946" y="1105351"/>
            <a:ext cx="6420707" cy="3023981"/>
          </a:xfrm>
        </p:spPr>
        <p:txBody>
          <a:bodyPr vert="horz" lIns="91440" tIns="45720" rIns="91440" bIns="45720" rtlCol="0" anchor="b">
            <a:normAutofit/>
          </a:bodyPr>
          <a:lstStyle/>
          <a:p>
            <a:r>
              <a:rPr lang="en-US" sz="4800" spc="200" dirty="0">
                <a:solidFill>
                  <a:srgbClr val="FFFFFF"/>
                </a:solidFill>
              </a:rPr>
              <a:t>The End</a:t>
            </a:r>
          </a:p>
        </p:txBody>
      </p:sp>
      <p:cxnSp>
        <p:nvCxnSpPr>
          <p:cNvPr id="15" name="Straight Connector 14">
            <a:extLst>
              <a:ext uri="{FF2B5EF4-FFF2-40B4-BE49-F238E27FC236}">
                <a16:creationId xmlns:a16="http://schemas.microsoft.com/office/drawing/2014/main" id="{8EBB89A6-5689-FB1C-13ED-7D7047086ABA}"/>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079946" y="4214336"/>
            <a:ext cx="5120640" cy="0"/>
          </a:xfrm>
          <a:prstGeom prst="line">
            <a:avLst/>
          </a:prstGeom>
          <a:ln w="19050">
            <a:solidFill>
              <a:srgbClr val="FFFFFF"/>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4F4CB9A9-C5B2-1BE7-8574-0D0287B712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26334" y="620720"/>
            <a:ext cx="3425490" cy="559316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Tw Cen MT" panose="020B0602020104020603"/>
              <a:ea typeface="+mn-ea"/>
              <a:cs typeface="+mn-cs"/>
            </a:endParaRPr>
          </a:p>
        </p:txBody>
      </p:sp>
    </p:spTree>
    <p:extLst>
      <p:ext uri="{BB962C8B-B14F-4D97-AF65-F5344CB8AC3E}">
        <p14:creationId xmlns:p14="http://schemas.microsoft.com/office/powerpoint/2010/main" val="48559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Integral</Template>
  <TotalTime>428</TotalTime>
  <Words>1640</Words>
  <Application>Microsoft Office PowerPoint</Application>
  <PresentationFormat>Widescreen</PresentationFormat>
  <Paragraphs>80</Paragraphs>
  <Slides>22</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Aptos</vt:lpstr>
      <vt:lpstr>Tw Cen MT</vt:lpstr>
      <vt:lpstr>Tw Cen MT Condensed</vt:lpstr>
      <vt:lpstr>Wingdings 3</vt:lpstr>
      <vt:lpstr>Integral</vt:lpstr>
      <vt:lpstr>Industrial Safety and Health</vt:lpstr>
      <vt:lpstr>Author Information</vt:lpstr>
      <vt:lpstr>Introduction</vt:lpstr>
      <vt:lpstr>Description of the Dataset</vt:lpstr>
      <vt:lpstr>Features of the Dataset</vt:lpstr>
      <vt:lpstr>Definitions</vt:lpstr>
      <vt:lpstr>Definitions – Employee ou Terceiro </vt:lpstr>
      <vt:lpstr>Definitions – Accident Level and Potential Accident Level</vt:lpstr>
      <vt:lpstr>Intuitive Severity Scale</vt:lpstr>
      <vt:lpstr>Exploratory Data Analysis (EDA)</vt:lpstr>
      <vt:lpstr>Author’s Note</vt:lpstr>
      <vt:lpstr>Basic Information</vt:lpstr>
      <vt:lpstr>Frequency Counts of Accident Level</vt:lpstr>
      <vt:lpstr>Accident Distribution Based On Country</vt:lpstr>
      <vt:lpstr>Accident Distribution Based On Industry</vt:lpstr>
      <vt:lpstr>Accidents Based On Sex</vt:lpstr>
      <vt:lpstr>Accident Distribution Based on Person </vt:lpstr>
      <vt:lpstr>Causes of Injuries</vt:lpstr>
      <vt:lpstr>Accident Level and Potential Accident LevEl </vt:lpstr>
      <vt:lpstr>Standard Deviation of the Ratio</vt:lpstr>
      <vt:lpstr>Trend of Accidents Based on Time</vt:lpstr>
      <vt:lpstr>The 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Nitish Heston</dc:creator>
  <cp:lastModifiedBy>Nitish Heston</cp:lastModifiedBy>
  <cp:revision>1</cp:revision>
  <dcterms:created xsi:type="dcterms:W3CDTF">2026-07-14T03:09:31Z</dcterms:created>
  <dcterms:modified xsi:type="dcterms:W3CDTF">2026-07-15T21:29:14Z</dcterms:modified>
</cp:coreProperties>
</file>